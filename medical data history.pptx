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  <p:sldId id="257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685600-90EB-46D9-96E3-B4477D3B8CB7}" v="4" dt="2026-10-15T06:08:09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praja092005@outlook.com" userId="9cebde727d23df83" providerId="LiveId" clId="{08A505E7-D62A-4124-91B2-22D7C20A67A9}"/>
    <pc:docChg chg="custSel addSld delSld modSld sldOrd">
      <pc:chgData name="supraja092005@outlook.com" userId="9cebde727d23df83" providerId="LiveId" clId="{08A505E7-D62A-4124-91B2-22D7C20A67A9}" dt="2026-10-15T08:58:22.136" v="295" actId="313"/>
      <pc:docMkLst>
        <pc:docMk/>
      </pc:docMkLst>
      <pc:sldChg chg="ord">
        <pc:chgData name="supraja092005@outlook.com" userId="9cebde727d23df83" providerId="LiveId" clId="{08A505E7-D62A-4124-91B2-22D7C20A67A9}" dt="2026-10-15T06:10:30.575" v="288"/>
        <pc:sldMkLst>
          <pc:docMk/>
          <pc:sldMk cId="3381825086" sldId="256"/>
        </pc:sldMkLst>
      </pc:sldChg>
      <pc:sldChg chg="ord">
        <pc:chgData name="supraja092005@outlook.com" userId="9cebde727d23df83" providerId="LiveId" clId="{08A505E7-D62A-4124-91B2-22D7C20A67A9}" dt="2026-10-15T06:10:24.529" v="286"/>
        <pc:sldMkLst>
          <pc:docMk/>
          <pc:sldMk cId="1765731239" sldId="259"/>
        </pc:sldMkLst>
      </pc:sldChg>
      <pc:sldChg chg="addSp modSp mod">
        <pc:chgData name="supraja092005@outlook.com" userId="9cebde727d23df83" providerId="LiveId" clId="{08A505E7-D62A-4124-91B2-22D7C20A67A9}" dt="2026-10-15T08:58:22.136" v="295" actId="313"/>
        <pc:sldMkLst>
          <pc:docMk/>
          <pc:sldMk cId="366208152" sldId="261"/>
        </pc:sldMkLst>
        <pc:spChg chg="add mod">
          <ac:chgData name="supraja092005@outlook.com" userId="9cebde727d23df83" providerId="LiveId" clId="{08A505E7-D62A-4124-91B2-22D7C20A67A9}" dt="2026-10-15T08:58:22.136" v="295" actId="313"/>
          <ac:spMkLst>
            <pc:docMk/>
            <pc:sldMk cId="366208152" sldId="261"/>
            <ac:spMk id="6" creationId="{27AC9AC1-8CE4-6A41-C937-69369A64AB71}"/>
          </ac:spMkLst>
        </pc:spChg>
        <pc:picChg chg="add mod">
          <ac:chgData name="supraja092005@outlook.com" userId="9cebde727d23df83" providerId="LiveId" clId="{08A505E7-D62A-4124-91B2-22D7C20A67A9}" dt="2026-10-15T08:57:38.416" v="290" actId="1076"/>
          <ac:picMkLst>
            <pc:docMk/>
            <pc:sldMk cId="366208152" sldId="261"/>
            <ac:picMk id="3" creationId="{4D48569B-BC80-D785-31D1-B4B3B5069162}"/>
          </ac:picMkLst>
        </pc:picChg>
      </pc:sldChg>
      <pc:sldChg chg="addSp modSp mod">
        <pc:chgData name="supraja092005@outlook.com" userId="9cebde727d23df83" providerId="LiveId" clId="{08A505E7-D62A-4124-91B2-22D7C20A67A9}" dt="2026-10-01T10:48:28.713" v="3" actId="22"/>
        <pc:sldMkLst>
          <pc:docMk/>
          <pc:sldMk cId="3127268637" sldId="268"/>
        </pc:sldMkLst>
        <pc:spChg chg="add mod">
          <ac:chgData name="supraja092005@outlook.com" userId="9cebde727d23df83" providerId="LiveId" clId="{08A505E7-D62A-4124-91B2-22D7C20A67A9}" dt="2026-10-01T10:42:03.024" v="2" actId="20577"/>
          <ac:spMkLst>
            <pc:docMk/>
            <pc:sldMk cId="3127268637" sldId="268"/>
            <ac:spMk id="7" creationId="{6F0EB08C-4B79-ADDB-8FD2-A134ED84DE5A}"/>
          </ac:spMkLst>
        </pc:spChg>
        <pc:picChg chg="add">
          <ac:chgData name="supraja092005@outlook.com" userId="9cebde727d23df83" providerId="LiveId" clId="{08A505E7-D62A-4124-91B2-22D7C20A67A9}" dt="2026-10-01T10:48:28.713" v="3" actId="22"/>
          <ac:picMkLst>
            <pc:docMk/>
            <pc:sldMk cId="3127268637" sldId="268"/>
            <ac:picMk id="9" creationId="{E2604932-E689-A404-4365-3577E74E4D3B}"/>
          </ac:picMkLst>
        </pc:picChg>
      </pc:sldChg>
      <pc:sldChg chg="addSp delSp modSp mod">
        <pc:chgData name="supraja092005@outlook.com" userId="9cebde727d23df83" providerId="LiveId" clId="{08A505E7-D62A-4124-91B2-22D7C20A67A9}" dt="2026-10-02T06:25:17.640" v="16" actId="14100"/>
        <pc:sldMkLst>
          <pc:docMk/>
          <pc:sldMk cId="2085899526" sldId="269"/>
        </pc:sldMkLst>
        <pc:spChg chg="add mod">
          <ac:chgData name="supraja092005@outlook.com" userId="9cebde727d23df83" providerId="LiveId" clId="{08A505E7-D62A-4124-91B2-22D7C20A67A9}" dt="2026-10-01T10:53:13.699" v="7" actId="14100"/>
          <ac:spMkLst>
            <pc:docMk/>
            <pc:sldMk cId="2085899526" sldId="269"/>
            <ac:spMk id="5" creationId="{53B64F33-8F44-E33E-2E89-709F884324E0}"/>
          </ac:spMkLst>
        </pc:spChg>
        <pc:spChg chg="add mod">
          <ac:chgData name="supraja092005@outlook.com" userId="9cebde727d23df83" providerId="LiveId" clId="{08A505E7-D62A-4124-91B2-22D7C20A67A9}" dt="2026-10-02T06:20:25.105" v="12" actId="20577"/>
          <ac:spMkLst>
            <pc:docMk/>
            <pc:sldMk cId="2085899526" sldId="269"/>
            <ac:spMk id="7" creationId="{3A60FF88-C338-E1C3-3135-25489AD0755B}"/>
          </ac:spMkLst>
        </pc:spChg>
        <pc:picChg chg="add mod">
          <ac:chgData name="supraja092005@outlook.com" userId="9cebde727d23df83" providerId="LiveId" clId="{08A505E7-D62A-4124-91B2-22D7C20A67A9}" dt="2026-10-02T06:25:17.640" v="16" actId="14100"/>
          <ac:picMkLst>
            <pc:docMk/>
            <pc:sldMk cId="2085899526" sldId="269"/>
            <ac:picMk id="3" creationId="{A1FE3963-7A46-BA90-4D21-BE3A09ACA3FD}"/>
          </ac:picMkLst>
        </pc:picChg>
      </pc:sldChg>
      <pc:sldChg chg="addSp delSp modSp mod">
        <pc:chgData name="supraja092005@outlook.com" userId="9cebde727d23df83" providerId="LiveId" clId="{08A505E7-D62A-4124-91B2-22D7C20A67A9}" dt="2026-10-02T06:32:04.056" v="27" actId="14100"/>
        <pc:sldMkLst>
          <pc:docMk/>
          <pc:sldMk cId="1885154477" sldId="270"/>
        </pc:sldMkLst>
        <pc:spChg chg="add mod">
          <ac:chgData name="supraja092005@outlook.com" userId="9cebde727d23df83" providerId="LiveId" clId="{08A505E7-D62A-4124-91B2-22D7C20A67A9}" dt="2026-10-02T06:29:40.807" v="20" actId="14100"/>
          <ac:spMkLst>
            <pc:docMk/>
            <pc:sldMk cId="1885154477" sldId="270"/>
            <ac:spMk id="5" creationId="{7FC0D3CF-BCF1-5EB9-59CF-8D7F085225D4}"/>
          </ac:spMkLst>
        </pc:spChg>
        <pc:spChg chg="add mod">
          <ac:chgData name="supraja092005@outlook.com" userId="9cebde727d23df83" providerId="LiveId" clId="{08A505E7-D62A-4124-91B2-22D7C20A67A9}" dt="2026-10-02T06:31:01.139" v="25" actId="1076"/>
          <ac:spMkLst>
            <pc:docMk/>
            <pc:sldMk cId="1885154477" sldId="270"/>
            <ac:spMk id="7" creationId="{8C10856E-EF89-A8A3-12BF-721B8ECF7223}"/>
          </ac:spMkLst>
        </pc:spChg>
        <pc:picChg chg="add mod">
          <ac:chgData name="supraja092005@outlook.com" userId="9cebde727d23df83" providerId="LiveId" clId="{08A505E7-D62A-4124-91B2-22D7C20A67A9}" dt="2026-10-02T06:32:04.056" v="27" actId="14100"/>
          <ac:picMkLst>
            <pc:docMk/>
            <pc:sldMk cId="1885154477" sldId="270"/>
            <ac:picMk id="9" creationId="{0C191147-21C8-4CC7-6CA0-E3E17EE51C2D}"/>
          </ac:picMkLst>
        </pc:picChg>
      </pc:sldChg>
      <pc:sldChg chg="addSp delSp modSp mod">
        <pc:chgData name="supraja092005@outlook.com" userId="9cebde727d23df83" providerId="LiveId" clId="{08A505E7-D62A-4124-91B2-22D7C20A67A9}" dt="2026-10-02T06:40:42.330" v="39" actId="14100"/>
        <pc:sldMkLst>
          <pc:docMk/>
          <pc:sldMk cId="188678565" sldId="271"/>
        </pc:sldMkLst>
        <pc:spChg chg="add mod">
          <ac:chgData name="supraja092005@outlook.com" userId="9cebde727d23df83" providerId="LiveId" clId="{08A505E7-D62A-4124-91B2-22D7C20A67A9}" dt="2026-10-02T06:37:26.342" v="32" actId="14100"/>
          <ac:spMkLst>
            <pc:docMk/>
            <pc:sldMk cId="188678565" sldId="271"/>
            <ac:spMk id="5" creationId="{1E7F1274-BF1E-C607-1F52-E09E1D197851}"/>
          </ac:spMkLst>
        </pc:spChg>
        <pc:spChg chg="add mod">
          <ac:chgData name="supraja092005@outlook.com" userId="9cebde727d23df83" providerId="LiveId" clId="{08A505E7-D62A-4124-91B2-22D7C20A67A9}" dt="2026-10-02T06:38:47.213" v="36" actId="20577"/>
          <ac:spMkLst>
            <pc:docMk/>
            <pc:sldMk cId="188678565" sldId="271"/>
            <ac:spMk id="7" creationId="{EA40ECFF-9517-2EDC-95C1-7341E203978B}"/>
          </ac:spMkLst>
        </pc:spChg>
        <pc:picChg chg="add mod">
          <ac:chgData name="supraja092005@outlook.com" userId="9cebde727d23df83" providerId="LiveId" clId="{08A505E7-D62A-4124-91B2-22D7C20A67A9}" dt="2026-10-02T06:40:42.330" v="39" actId="14100"/>
          <ac:picMkLst>
            <pc:docMk/>
            <pc:sldMk cId="188678565" sldId="271"/>
            <ac:picMk id="9" creationId="{C32D86D5-5931-6D09-DA17-12C5D130FB83}"/>
          </ac:picMkLst>
        </pc:picChg>
      </pc:sldChg>
      <pc:sldChg chg="addSp delSp modSp mod">
        <pc:chgData name="supraja092005@outlook.com" userId="9cebde727d23df83" providerId="LiveId" clId="{08A505E7-D62A-4124-91B2-22D7C20A67A9}" dt="2026-10-02T06:45:47.503" v="52" actId="14100"/>
        <pc:sldMkLst>
          <pc:docMk/>
          <pc:sldMk cId="177593620" sldId="272"/>
        </pc:sldMkLst>
        <pc:spChg chg="add mod">
          <ac:chgData name="supraja092005@outlook.com" userId="9cebde727d23df83" providerId="LiveId" clId="{08A505E7-D62A-4124-91B2-22D7C20A67A9}" dt="2026-10-02T06:42:29.920" v="43" actId="14100"/>
          <ac:spMkLst>
            <pc:docMk/>
            <pc:sldMk cId="177593620" sldId="272"/>
            <ac:spMk id="5" creationId="{F285BB4B-1C47-F3FE-AC59-4A0335174D9D}"/>
          </ac:spMkLst>
        </pc:spChg>
        <pc:spChg chg="add mod">
          <ac:chgData name="supraja092005@outlook.com" userId="9cebde727d23df83" providerId="LiveId" clId="{08A505E7-D62A-4124-91B2-22D7C20A67A9}" dt="2026-10-02T06:44:52.379" v="49" actId="1076"/>
          <ac:spMkLst>
            <pc:docMk/>
            <pc:sldMk cId="177593620" sldId="272"/>
            <ac:spMk id="7" creationId="{D72E28D6-0D97-09E1-037E-E71FCF737CF9}"/>
          </ac:spMkLst>
        </pc:spChg>
        <pc:picChg chg="add mod">
          <ac:chgData name="supraja092005@outlook.com" userId="9cebde727d23df83" providerId="LiveId" clId="{08A505E7-D62A-4124-91B2-22D7C20A67A9}" dt="2026-10-02T06:45:47.503" v="52" actId="14100"/>
          <ac:picMkLst>
            <pc:docMk/>
            <pc:sldMk cId="177593620" sldId="272"/>
            <ac:picMk id="9" creationId="{62DB3ABF-E193-D090-5BC0-C589DBA35646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0:09:15.083" v="72" actId="14100"/>
        <pc:sldMkLst>
          <pc:docMk/>
          <pc:sldMk cId="561338533" sldId="273"/>
        </pc:sldMkLst>
        <pc:spChg chg="add mod">
          <ac:chgData name="supraja092005@outlook.com" userId="9cebde727d23df83" providerId="LiveId" clId="{08A505E7-D62A-4124-91B2-22D7C20A67A9}" dt="2026-10-02T10:01:41.089" v="63" actId="1076"/>
          <ac:spMkLst>
            <pc:docMk/>
            <pc:sldMk cId="561338533" sldId="273"/>
            <ac:spMk id="5" creationId="{A2F1170B-600F-C2A1-F66F-4FAD3B6E7215}"/>
          </ac:spMkLst>
        </pc:spChg>
        <pc:spChg chg="add mod">
          <ac:chgData name="supraja092005@outlook.com" userId="9cebde727d23df83" providerId="LiveId" clId="{08A505E7-D62A-4124-91B2-22D7C20A67A9}" dt="2026-10-02T10:03:21.797" v="69" actId="313"/>
          <ac:spMkLst>
            <pc:docMk/>
            <pc:sldMk cId="561338533" sldId="273"/>
            <ac:spMk id="7" creationId="{480B672C-4F4B-09F5-4F67-5CC8A8BC2570}"/>
          </ac:spMkLst>
        </pc:spChg>
        <pc:picChg chg="add mod">
          <ac:chgData name="supraja092005@outlook.com" userId="9cebde727d23df83" providerId="LiveId" clId="{08A505E7-D62A-4124-91B2-22D7C20A67A9}" dt="2026-10-02T10:09:15.083" v="72" actId="14100"/>
          <ac:picMkLst>
            <pc:docMk/>
            <pc:sldMk cId="561338533" sldId="273"/>
            <ac:picMk id="9" creationId="{832CEF55-5AFB-CE22-105B-661FD7A792EA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0:14:02.101" v="86" actId="14100"/>
        <pc:sldMkLst>
          <pc:docMk/>
          <pc:sldMk cId="858811520" sldId="274"/>
        </pc:sldMkLst>
        <pc:spChg chg="add mod">
          <ac:chgData name="supraja092005@outlook.com" userId="9cebde727d23df83" providerId="LiveId" clId="{08A505E7-D62A-4124-91B2-22D7C20A67A9}" dt="2026-10-02T10:10:45.516" v="77" actId="1076"/>
          <ac:spMkLst>
            <pc:docMk/>
            <pc:sldMk cId="858811520" sldId="274"/>
            <ac:spMk id="5" creationId="{58A65DEB-0946-2C67-15DE-470337A788C8}"/>
          </ac:spMkLst>
        </pc:spChg>
        <pc:spChg chg="add mod">
          <ac:chgData name="supraja092005@outlook.com" userId="9cebde727d23df83" providerId="LiveId" clId="{08A505E7-D62A-4124-91B2-22D7C20A67A9}" dt="2026-10-02T10:13:36.335" v="84" actId="20577"/>
          <ac:spMkLst>
            <pc:docMk/>
            <pc:sldMk cId="858811520" sldId="274"/>
            <ac:spMk id="7" creationId="{32A262DC-492E-DA9B-D604-F294AE9CA151}"/>
          </ac:spMkLst>
        </pc:spChg>
        <pc:picChg chg="add mod">
          <ac:chgData name="supraja092005@outlook.com" userId="9cebde727d23df83" providerId="LiveId" clId="{08A505E7-D62A-4124-91B2-22D7C20A67A9}" dt="2026-10-02T10:14:02.101" v="86" actId="14100"/>
          <ac:picMkLst>
            <pc:docMk/>
            <pc:sldMk cId="858811520" sldId="274"/>
            <ac:picMk id="9" creationId="{AE2198E7-5207-3188-88EC-7716F2F67C72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0:29:13.399" v="97" actId="14100"/>
        <pc:sldMkLst>
          <pc:docMk/>
          <pc:sldMk cId="1998675726" sldId="275"/>
        </pc:sldMkLst>
        <pc:spChg chg="add mod">
          <ac:chgData name="supraja092005@outlook.com" userId="9cebde727d23df83" providerId="LiveId" clId="{08A505E7-D62A-4124-91B2-22D7C20A67A9}" dt="2026-10-02T10:22:35.562" v="90" actId="14100"/>
          <ac:spMkLst>
            <pc:docMk/>
            <pc:sldMk cId="1998675726" sldId="275"/>
            <ac:spMk id="5" creationId="{02E2EB51-AEF7-54E2-35C4-18E03DBFE972}"/>
          </ac:spMkLst>
        </pc:spChg>
        <pc:spChg chg="add mod">
          <ac:chgData name="supraja092005@outlook.com" userId="9cebde727d23df83" providerId="LiveId" clId="{08A505E7-D62A-4124-91B2-22D7C20A67A9}" dt="2026-10-02T10:27:11.741" v="94" actId="1076"/>
          <ac:spMkLst>
            <pc:docMk/>
            <pc:sldMk cId="1998675726" sldId="275"/>
            <ac:spMk id="7" creationId="{DA9B2817-F843-CC60-7D00-CABEB9754671}"/>
          </ac:spMkLst>
        </pc:spChg>
        <pc:picChg chg="add mod">
          <ac:chgData name="supraja092005@outlook.com" userId="9cebde727d23df83" providerId="LiveId" clId="{08A505E7-D62A-4124-91B2-22D7C20A67A9}" dt="2026-10-02T10:29:13.399" v="97" actId="14100"/>
          <ac:picMkLst>
            <pc:docMk/>
            <pc:sldMk cId="1998675726" sldId="275"/>
            <ac:picMk id="9" creationId="{40748363-6960-1549-DEB5-3E65D627A679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2:06:49.834" v="109" actId="14100"/>
        <pc:sldMkLst>
          <pc:docMk/>
          <pc:sldMk cId="3281855179" sldId="276"/>
        </pc:sldMkLst>
        <pc:spChg chg="add mod">
          <ac:chgData name="supraja092005@outlook.com" userId="9cebde727d23df83" providerId="LiveId" clId="{08A505E7-D62A-4124-91B2-22D7C20A67A9}" dt="2026-10-02T12:00:10.642" v="104" actId="1076"/>
          <ac:spMkLst>
            <pc:docMk/>
            <pc:sldMk cId="3281855179" sldId="276"/>
            <ac:spMk id="7" creationId="{72C15B1A-C8A0-2E8B-EC05-79C231709B29}"/>
          </ac:spMkLst>
        </pc:spChg>
        <pc:spChg chg="add mod">
          <ac:chgData name="supraja092005@outlook.com" userId="9cebde727d23df83" providerId="LiveId" clId="{08A505E7-D62A-4124-91B2-22D7C20A67A9}" dt="2026-10-02T12:04:21.543" v="107" actId="20577"/>
          <ac:spMkLst>
            <pc:docMk/>
            <pc:sldMk cId="3281855179" sldId="276"/>
            <ac:spMk id="9" creationId="{62752450-664A-AAA7-2B26-18D675CA5F5B}"/>
          </ac:spMkLst>
        </pc:spChg>
        <pc:picChg chg="add mod">
          <ac:chgData name="supraja092005@outlook.com" userId="9cebde727d23df83" providerId="LiveId" clId="{08A505E7-D62A-4124-91B2-22D7C20A67A9}" dt="2026-10-02T12:06:49.834" v="109" actId="14100"/>
          <ac:picMkLst>
            <pc:docMk/>
            <pc:sldMk cId="3281855179" sldId="276"/>
            <ac:picMk id="11" creationId="{112EBA6D-A183-38CD-036A-0ABB22936B9E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2:11:10.736" v="120" actId="14100"/>
        <pc:sldMkLst>
          <pc:docMk/>
          <pc:sldMk cId="501854645" sldId="277"/>
        </pc:sldMkLst>
        <pc:spChg chg="add mod">
          <ac:chgData name="supraja092005@outlook.com" userId="9cebde727d23df83" providerId="LiveId" clId="{08A505E7-D62A-4124-91B2-22D7C20A67A9}" dt="2026-10-02T12:08:29.887" v="114" actId="14100"/>
          <ac:spMkLst>
            <pc:docMk/>
            <pc:sldMk cId="501854645" sldId="277"/>
            <ac:spMk id="5" creationId="{9E0A6E3E-59EB-05C8-7F31-15A126A29291}"/>
          </ac:spMkLst>
        </pc:spChg>
        <pc:spChg chg="add mod">
          <ac:chgData name="supraja092005@outlook.com" userId="9cebde727d23df83" providerId="LiveId" clId="{08A505E7-D62A-4124-91B2-22D7C20A67A9}" dt="2026-10-02T12:09:30.820" v="118" actId="20577"/>
          <ac:spMkLst>
            <pc:docMk/>
            <pc:sldMk cId="501854645" sldId="277"/>
            <ac:spMk id="7" creationId="{65F47FC7-296C-6ED0-2047-9845B0BDF43A}"/>
          </ac:spMkLst>
        </pc:spChg>
        <pc:picChg chg="add mod">
          <ac:chgData name="supraja092005@outlook.com" userId="9cebde727d23df83" providerId="LiveId" clId="{08A505E7-D62A-4124-91B2-22D7C20A67A9}" dt="2026-10-02T12:11:10.736" v="120" actId="14100"/>
          <ac:picMkLst>
            <pc:docMk/>
            <pc:sldMk cId="501854645" sldId="277"/>
            <ac:picMk id="9" creationId="{A9BCBDE9-4A7E-7A71-7650-6A385F64A032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2:15:50.964" v="133" actId="14100"/>
        <pc:sldMkLst>
          <pc:docMk/>
          <pc:sldMk cId="2583000902" sldId="278"/>
        </pc:sldMkLst>
        <pc:spChg chg="add mod">
          <ac:chgData name="supraja092005@outlook.com" userId="9cebde727d23df83" providerId="LiveId" clId="{08A505E7-D62A-4124-91B2-22D7C20A67A9}" dt="2026-10-02T12:12:05.314" v="124" actId="14100"/>
          <ac:spMkLst>
            <pc:docMk/>
            <pc:sldMk cId="2583000902" sldId="278"/>
            <ac:spMk id="5" creationId="{6FC1BEB3-93AE-5FF5-A6C9-7C87A9B06C4F}"/>
          </ac:spMkLst>
        </pc:spChg>
        <pc:spChg chg="add mod">
          <ac:chgData name="supraja092005@outlook.com" userId="9cebde727d23df83" providerId="LiveId" clId="{08A505E7-D62A-4124-91B2-22D7C20A67A9}" dt="2026-10-02T12:14:37.451" v="130"/>
          <ac:spMkLst>
            <pc:docMk/>
            <pc:sldMk cId="2583000902" sldId="278"/>
            <ac:spMk id="7" creationId="{AE9FD260-63D6-4FCD-5E63-A5F98CF10ECA}"/>
          </ac:spMkLst>
        </pc:spChg>
        <pc:picChg chg="add mod">
          <ac:chgData name="supraja092005@outlook.com" userId="9cebde727d23df83" providerId="LiveId" clId="{08A505E7-D62A-4124-91B2-22D7C20A67A9}" dt="2026-10-02T12:15:50.964" v="133" actId="14100"/>
          <ac:picMkLst>
            <pc:docMk/>
            <pc:sldMk cId="2583000902" sldId="278"/>
            <ac:picMk id="9" creationId="{087C11E4-D18C-1A77-4A8D-CD6741216093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2:24:57.124" v="147" actId="14100"/>
        <pc:sldMkLst>
          <pc:docMk/>
          <pc:sldMk cId="1279327437" sldId="279"/>
        </pc:sldMkLst>
        <pc:spChg chg="add mod">
          <ac:chgData name="supraja092005@outlook.com" userId="9cebde727d23df83" providerId="LiveId" clId="{08A505E7-D62A-4124-91B2-22D7C20A67A9}" dt="2026-10-02T12:18:33.863" v="139" actId="1076"/>
          <ac:spMkLst>
            <pc:docMk/>
            <pc:sldMk cId="1279327437" sldId="279"/>
            <ac:spMk id="7" creationId="{6B22E63B-8ECE-3AE3-CFED-B3D314A50856}"/>
          </ac:spMkLst>
        </pc:spChg>
        <pc:spChg chg="add mod">
          <ac:chgData name="supraja092005@outlook.com" userId="9cebde727d23df83" providerId="LiveId" clId="{08A505E7-D62A-4124-91B2-22D7C20A67A9}" dt="2026-10-02T12:23:49.452" v="144" actId="1076"/>
          <ac:spMkLst>
            <pc:docMk/>
            <pc:sldMk cId="1279327437" sldId="279"/>
            <ac:spMk id="9" creationId="{0C91D395-6904-650A-008C-C37095E37A88}"/>
          </ac:spMkLst>
        </pc:spChg>
        <pc:picChg chg="add mod">
          <ac:chgData name="supraja092005@outlook.com" userId="9cebde727d23df83" providerId="LiveId" clId="{08A505E7-D62A-4124-91B2-22D7C20A67A9}" dt="2026-10-02T12:24:57.124" v="147" actId="14100"/>
          <ac:picMkLst>
            <pc:docMk/>
            <pc:sldMk cId="1279327437" sldId="279"/>
            <ac:picMk id="11" creationId="{4A4F7326-7560-D611-172C-D1D4D7FE3AD7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2:30:18.988" v="164" actId="14100"/>
        <pc:sldMkLst>
          <pc:docMk/>
          <pc:sldMk cId="574988789" sldId="280"/>
        </pc:sldMkLst>
        <pc:spChg chg="add mod">
          <ac:chgData name="supraja092005@outlook.com" userId="9cebde727d23df83" providerId="LiveId" clId="{08A505E7-D62A-4124-91B2-22D7C20A67A9}" dt="2026-10-02T12:28:04.008" v="156" actId="14100"/>
          <ac:spMkLst>
            <pc:docMk/>
            <pc:sldMk cId="574988789" sldId="280"/>
            <ac:spMk id="5" creationId="{DB355A8D-9EEF-221B-40B4-CF5241566041}"/>
          </ac:spMkLst>
        </pc:spChg>
        <pc:spChg chg="add mod">
          <ac:chgData name="supraja092005@outlook.com" userId="9cebde727d23df83" providerId="LiveId" clId="{08A505E7-D62A-4124-91B2-22D7C20A67A9}" dt="2026-10-02T12:28:58.963" v="160" actId="20577"/>
          <ac:spMkLst>
            <pc:docMk/>
            <pc:sldMk cId="574988789" sldId="280"/>
            <ac:spMk id="7" creationId="{09CC7986-CE21-245F-A2CA-680AE922119F}"/>
          </ac:spMkLst>
        </pc:spChg>
        <pc:picChg chg="add mod">
          <ac:chgData name="supraja092005@outlook.com" userId="9cebde727d23df83" providerId="LiveId" clId="{08A505E7-D62A-4124-91B2-22D7C20A67A9}" dt="2026-10-02T12:30:18.988" v="164" actId="14100"/>
          <ac:picMkLst>
            <pc:docMk/>
            <pc:sldMk cId="574988789" sldId="280"/>
            <ac:picMk id="9" creationId="{4B77ECA3-97E4-7DFD-E078-69DC370AC415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2:36:23.708" v="177" actId="14100"/>
        <pc:sldMkLst>
          <pc:docMk/>
          <pc:sldMk cId="4161836872" sldId="281"/>
        </pc:sldMkLst>
        <pc:spChg chg="add mod">
          <ac:chgData name="supraja092005@outlook.com" userId="9cebde727d23df83" providerId="LiveId" clId="{08A505E7-D62A-4124-91B2-22D7C20A67A9}" dt="2026-10-02T12:33:06.328" v="169" actId="14100"/>
          <ac:spMkLst>
            <pc:docMk/>
            <pc:sldMk cId="4161836872" sldId="281"/>
            <ac:spMk id="5" creationId="{CDB1CA9A-C6CE-EABB-0C63-1F9B1296F412}"/>
          </ac:spMkLst>
        </pc:spChg>
        <pc:spChg chg="add mod">
          <ac:chgData name="supraja092005@outlook.com" userId="9cebde727d23df83" providerId="LiveId" clId="{08A505E7-D62A-4124-91B2-22D7C20A67A9}" dt="2026-10-02T12:34:47.912" v="174" actId="20577"/>
          <ac:spMkLst>
            <pc:docMk/>
            <pc:sldMk cId="4161836872" sldId="281"/>
            <ac:spMk id="7" creationId="{B8AF8ADF-CF4E-BDDF-1523-5698792BCBA6}"/>
          </ac:spMkLst>
        </pc:spChg>
        <pc:picChg chg="add mod">
          <ac:chgData name="supraja092005@outlook.com" userId="9cebde727d23df83" providerId="LiveId" clId="{08A505E7-D62A-4124-91B2-22D7C20A67A9}" dt="2026-10-02T12:36:23.708" v="177" actId="14100"/>
          <ac:picMkLst>
            <pc:docMk/>
            <pc:sldMk cId="4161836872" sldId="281"/>
            <ac:picMk id="9" creationId="{544C015B-820A-D9AE-B463-AF952AEAC292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2:43:59.185" v="192" actId="14100"/>
        <pc:sldMkLst>
          <pc:docMk/>
          <pc:sldMk cId="1685049784" sldId="282"/>
        </pc:sldMkLst>
        <pc:spChg chg="add mod">
          <ac:chgData name="supraja092005@outlook.com" userId="9cebde727d23df83" providerId="LiveId" clId="{08A505E7-D62A-4124-91B2-22D7C20A67A9}" dt="2026-10-02T12:37:51.488" v="181" actId="14100"/>
          <ac:spMkLst>
            <pc:docMk/>
            <pc:sldMk cId="1685049784" sldId="282"/>
            <ac:spMk id="5" creationId="{C0C86E56-4E52-4DBC-FFCC-DC76B08709E8}"/>
          </ac:spMkLst>
        </pc:spChg>
        <pc:spChg chg="add mod">
          <ac:chgData name="supraja092005@outlook.com" userId="9cebde727d23df83" providerId="LiveId" clId="{08A505E7-D62A-4124-91B2-22D7C20A67A9}" dt="2026-10-02T12:38:42.536" v="189" actId="313"/>
          <ac:spMkLst>
            <pc:docMk/>
            <pc:sldMk cId="1685049784" sldId="282"/>
            <ac:spMk id="7" creationId="{96C70D14-662B-54E7-6F64-2B32A765CBBB}"/>
          </ac:spMkLst>
        </pc:spChg>
        <pc:picChg chg="add mod">
          <ac:chgData name="supraja092005@outlook.com" userId="9cebde727d23df83" providerId="LiveId" clId="{08A505E7-D62A-4124-91B2-22D7C20A67A9}" dt="2026-10-02T12:43:59.185" v="192" actId="14100"/>
          <ac:picMkLst>
            <pc:docMk/>
            <pc:sldMk cId="1685049784" sldId="282"/>
            <ac:picMk id="9" creationId="{DFAA2DA5-42C8-110E-A5B5-BEF1968206C5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2:49:42.216" v="206" actId="14100"/>
        <pc:sldMkLst>
          <pc:docMk/>
          <pc:sldMk cId="2126025386" sldId="283"/>
        </pc:sldMkLst>
        <pc:spChg chg="add mod">
          <ac:chgData name="supraja092005@outlook.com" userId="9cebde727d23df83" providerId="LiveId" clId="{08A505E7-D62A-4124-91B2-22D7C20A67A9}" dt="2026-10-02T12:46:48.213" v="196" actId="1076"/>
          <ac:spMkLst>
            <pc:docMk/>
            <pc:sldMk cId="2126025386" sldId="283"/>
            <ac:spMk id="5" creationId="{E84F189A-76FD-2A88-0648-DBE1273E73A9}"/>
          </ac:spMkLst>
        </pc:spChg>
        <pc:spChg chg="add mod">
          <ac:chgData name="supraja092005@outlook.com" userId="9cebde727d23df83" providerId="LiveId" clId="{08A505E7-D62A-4124-91B2-22D7C20A67A9}" dt="2026-10-02T12:48:44.576" v="200" actId="20577"/>
          <ac:spMkLst>
            <pc:docMk/>
            <pc:sldMk cId="2126025386" sldId="283"/>
            <ac:spMk id="7" creationId="{71241101-E9D6-AFE4-BCE4-4FD48DF6BDEE}"/>
          </ac:spMkLst>
        </pc:spChg>
        <pc:picChg chg="add mod">
          <ac:chgData name="supraja092005@outlook.com" userId="9cebde727d23df83" providerId="LiveId" clId="{08A505E7-D62A-4124-91B2-22D7C20A67A9}" dt="2026-10-02T12:49:42.216" v="206" actId="14100"/>
          <ac:picMkLst>
            <pc:docMk/>
            <pc:sldMk cId="2126025386" sldId="283"/>
            <ac:picMk id="9" creationId="{A67F1EB2-75B7-140F-B58A-29C9B7669A86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2:52:37.358" v="218" actId="14100"/>
        <pc:sldMkLst>
          <pc:docMk/>
          <pc:sldMk cId="1206281614" sldId="284"/>
        </pc:sldMkLst>
        <pc:spChg chg="add mod">
          <ac:chgData name="supraja092005@outlook.com" userId="9cebde727d23df83" providerId="LiveId" clId="{08A505E7-D62A-4124-91B2-22D7C20A67A9}" dt="2026-10-02T12:50:47.950" v="210" actId="14100"/>
          <ac:spMkLst>
            <pc:docMk/>
            <pc:sldMk cId="1206281614" sldId="284"/>
            <ac:spMk id="5" creationId="{FED157A4-AB25-7591-5C1B-80F70585DABF}"/>
          </ac:spMkLst>
        </pc:spChg>
        <pc:spChg chg="add mod">
          <ac:chgData name="supraja092005@outlook.com" userId="9cebde727d23df83" providerId="LiveId" clId="{08A505E7-D62A-4124-91B2-22D7C20A67A9}" dt="2026-10-02T12:51:47.541" v="215" actId="20577"/>
          <ac:spMkLst>
            <pc:docMk/>
            <pc:sldMk cId="1206281614" sldId="284"/>
            <ac:spMk id="7" creationId="{ACB99432-29C3-0CF1-FD84-A33B8EF18076}"/>
          </ac:spMkLst>
        </pc:spChg>
        <pc:picChg chg="add mod">
          <ac:chgData name="supraja092005@outlook.com" userId="9cebde727d23df83" providerId="LiveId" clId="{08A505E7-D62A-4124-91B2-22D7C20A67A9}" dt="2026-10-02T12:52:37.358" v="218" actId="14100"/>
          <ac:picMkLst>
            <pc:docMk/>
            <pc:sldMk cId="1206281614" sldId="284"/>
            <ac:picMk id="9" creationId="{5B2BAA73-026B-3B8C-ED90-D53E9BA936A5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2:56:57.892" v="233" actId="14100"/>
        <pc:sldMkLst>
          <pc:docMk/>
          <pc:sldMk cId="3813538824" sldId="285"/>
        </pc:sldMkLst>
        <pc:spChg chg="add mod">
          <ac:chgData name="supraja092005@outlook.com" userId="9cebde727d23df83" providerId="LiveId" clId="{08A505E7-D62A-4124-91B2-22D7C20A67A9}" dt="2026-10-02T12:54:45.568" v="226" actId="1076"/>
          <ac:spMkLst>
            <pc:docMk/>
            <pc:sldMk cId="3813538824" sldId="285"/>
            <ac:spMk id="5" creationId="{7F2EEFF9-7041-A30B-298E-118F5A050729}"/>
          </ac:spMkLst>
        </pc:spChg>
        <pc:spChg chg="add mod">
          <ac:chgData name="supraja092005@outlook.com" userId="9cebde727d23df83" providerId="LiveId" clId="{08A505E7-D62A-4124-91B2-22D7C20A67A9}" dt="2026-10-02T12:55:23.290" v="230" actId="20577"/>
          <ac:spMkLst>
            <pc:docMk/>
            <pc:sldMk cId="3813538824" sldId="285"/>
            <ac:spMk id="7" creationId="{40F7EFF5-7AA0-8E24-D464-210F6CE9AC77}"/>
          </ac:spMkLst>
        </pc:spChg>
        <pc:picChg chg="add mod">
          <ac:chgData name="supraja092005@outlook.com" userId="9cebde727d23df83" providerId="LiveId" clId="{08A505E7-D62A-4124-91B2-22D7C20A67A9}" dt="2026-10-02T12:56:57.892" v="233" actId="14100"/>
          <ac:picMkLst>
            <pc:docMk/>
            <pc:sldMk cId="3813538824" sldId="285"/>
            <ac:picMk id="9" creationId="{682BBBCE-00C1-0F49-E329-37E6ACF0712A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3:04:34.460" v="259" actId="14100"/>
        <pc:sldMkLst>
          <pc:docMk/>
          <pc:sldMk cId="1456338606" sldId="286"/>
        </pc:sldMkLst>
        <pc:spChg chg="add mod">
          <ac:chgData name="supraja092005@outlook.com" userId="9cebde727d23df83" providerId="LiveId" clId="{08A505E7-D62A-4124-91B2-22D7C20A67A9}" dt="2026-10-02T13:00:54.244" v="238" actId="14100"/>
          <ac:spMkLst>
            <pc:docMk/>
            <pc:sldMk cId="1456338606" sldId="286"/>
            <ac:spMk id="5" creationId="{C856CD37-9F86-1359-DF1A-DBD80AB26E4D}"/>
          </ac:spMkLst>
        </pc:spChg>
        <pc:spChg chg="add mod">
          <ac:chgData name="supraja092005@outlook.com" userId="9cebde727d23df83" providerId="LiveId" clId="{08A505E7-D62A-4124-91B2-22D7C20A67A9}" dt="2026-10-02T13:03:31.391" v="256" actId="14100"/>
          <ac:spMkLst>
            <pc:docMk/>
            <pc:sldMk cId="1456338606" sldId="286"/>
            <ac:spMk id="7" creationId="{646EDF24-0BB4-5056-939D-5499DCB610D0}"/>
          </ac:spMkLst>
        </pc:spChg>
        <pc:picChg chg="add mod">
          <ac:chgData name="supraja092005@outlook.com" userId="9cebde727d23df83" providerId="LiveId" clId="{08A505E7-D62A-4124-91B2-22D7C20A67A9}" dt="2026-10-02T13:04:34.460" v="259" actId="14100"/>
          <ac:picMkLst>
            <pc:docMk/>
            <pc:sldMk cId="1456338606" sldId="286"/>
            <ac:picMk id="9" creationId="{44F80CCB-BC25-45A8-CEA2-B22886204AF7}"/>
          </ac:picMkLst>
        </pc:picChg>
      </pc:sldChg>
      <pc:sldChg chg="addSp delSp modSp new mod">
        <pc:chgData name="supraja092005@outlook.com" userId="9cebde727d23df83" providerId="LiveId" clId="{08A505E7-D62A-4124-91B2-22D7C20A67A9}" dt="2026-10-02T13:15:44.507" v="269" actId="14100"/>
        <pc:sldMkLst>
          <pc:docMk/>
          <pc:sldMk cId="1679137156" sldId="287"/>
        </pc:sldMkLst>
        <pc:spChg chg="add mod">
          <ac:chgData name="supraja092005@outlook.com" userId="9cebde727d23df83" providerId="LiveId" clId="{08A505E7-D62A-4124-91B2-22D7C20A67A9}" dt="2026-10-02T13:06:04.463" v="264" actId="14100"/>
          <ac:spMkLst>
            <pc:docMk/>
            <pc:sldMk cId="1679137156" sldId="287"/>
            <ac:spMk id="5" creationId="{C8A97F39-7B90-97CA-F1A2-304CA80531A1}"/>
          </ac:spMkLst>
        </pc:spChg>
        <pc:spChg chg="add mod">
          <ac:chgData name="supraja092005@outlook.com" userId="9cebde727d23df83" providerId="LiveId" clId="{08A505E7-D62A-4124-91B2-22D7C20A67A9}" dt="2026-10-02T13:10:55.767" v="266" actId="1076"/>
          <ac:spMkLst>
            <pc:docMk/>
            <pc:sldMk cId="1679137156" sldId="287"/>
            <ac:spMk id="7" creationId="{F1F7A8F2-1347-EA0D-4F5A-341EC820E689}"/>
          </ac:spMkLst>
        </pc:spChg>
        <pc:picChg chg="add mod">
          <ac:chgData name="supraja092005@outlook.com" userId="9cebde727d23df83" providerId="LiveId" clId="{08A505E7-D62A-4124-91B2-22D7C20A67A9}" dt="2026-10-02T13:15:44.507" v="269" actId="14100"/>
          <ac:picMkLst>
            <pc:docMk/>
            <pc:sldMk cId="1679137156" sldId="287"/>
            <ac:picMk id="9" creationId="{24822478-7612-7CEA-DB34-BBE92C55555F}"/>
          </ac:picMkLst>
        </pc:picChg>
      </pc:sldChg>
      <pc:sldChg chg="addSp delSp modSp new mod">
        <pc:chgData name="supraja092005@outlook.com" userId="9cebde727d23df83" providerId="LiveId" clId="{08A505E7-D62A-4124-91B2-22D7C20A67A9}" dt="2026-10-15T06:09:34.934" v="284" actId="14100"/>
        <pc:sldMkLst>
          <pc:docMk/>
          <pc:sldMk cId="2477987506" sldId="288"/>
        </pc:sldMkLst>
        <pc:spChg chg="add mod">
          <ac:chgData name="supraja092005@outlook.com" userId="9cebde727d23df83" providerId="LiveId" clId="{08A505E7-D62A-4124-91B2-22D7C20A67A9}" dt="2026-10-15T06:08:30.296" v="282" actId="20577"/>
          <ac:spMkLst>
            <pc:docMk/>
            <pc:sldMk cId="2477987506" sldId="288"/>
            <ac:spMk id="2" creationId="{D05A4CDF-7CDE-DB75-AFC7-28D836FF2071}"/>
          </ac:spMkLst>
        </pc:spChg>
        <pc:spChg chg="add mod">
          <ac:chgData name="supraja092005@outlook.com" userId="9cebde727d23df83" providerId="LiveId" clId="{08A505E7-D62A-4124-91B2-22D7C20A67A9}" dt="2026-10-02T13:17:05.795" v="275" actId="14100"/>
          <ac:spMkLst>
            <pc:docMk/>
            <pc:sldMk cId="2477987506" sldId="288"/>
            <ac:spMk id="5" creationId="{8CF9F0AD-7D2C-445A-219E-D27007F7E481}"/>
          </ac:spMkLst>
        </pc:spChg>
        <pc:picChg chg="add mod">
          <ac:chgData name="supraja092005@outlook.com" userId="9cebde727d23df83" providerId="LiveId" clId="{08A505E7-D62A-4124-91B2-22D7C20A67A9}" dt="2026-10-15T06:09:34.934" v="284" actId="14100"/>
          <ac:picMkLst>
            <pc:docMk/>
            <pc:sldMk cId="2477987506" sldId="288"/>
            <ac:picMk id="4" creationId="{4CF74408-4210-CC14-E867-E1559BB7386B}"/>
          </ac:picMkLst>
        </pc:picChg>
      </pc:sldChg>
      <pc:sldChg chg="new">
        <pc:chgData name="supraja092005@outlook.com" userId="9cebde727d23df83" providerId="LiveId" clId="{08A505E7-D62A-4124-91B2-22D7C20A67A9}" dt="2026-10-02T12:53:02.854" v="223" actId="680"/>
        <pc:sldMkLst>
          <pc:docMk/>
          <pc:sldMk cId="3281820680" sldId="289"/>
        </pc:sldMkLst>
      </pc:sldChg>
      <pc:sldChg chg="new del">
        <pc:chgData name="supraja092005@outlook.com" userId="9cebde727d23df83" providerId="LiveId" clId="{08A505E7-D62A-4124-91B2-22D7C20A67A9}" dt="2026-10-15T06:07:27.827" v="277" actId="47"/>
        <pc:sldMkLst>
          <pc:docMk/>
          <pc:sldMk cId="2183598710" sldId="29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FFDB2-E8E7-EA97-5836-8086AD60E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B51F5-98C5-5F88-6EFE-5E1E8A4B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0CEFD-AD21-B114-B7BA-3126FE94B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DB00E-FF0F-8751-D6F9-8CCD4F199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2511A-C4F0-BBAB-3424-6A312B54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98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2A5D4-6F0A-7A7D-569C-4B94127C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09893-375B-92D9-713F-0578980A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1F497-730F-D357-A656-DFBB9DAC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C46A8-6973-006B-7058-3E619320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B9F14-A55D-A9D6-764F-4BC9753D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918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84EB-58C2-FB0D-986A-865CC212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49BB5-BF0A-C623-073B-65F6E1D6E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7D65D-0E97-0D2D-28FE-13FF6DE5D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2B88B-DD84-11A8-2A15-2DDB66A6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03785-1239-F316-8564-08701F7B8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406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BCA8-396C-DEB9-5208-84DE5D09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20755-C11C-30BC-8E4F-A4CF7546F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2581A-7FAB-997E-1402-B6F64DC4B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7DC9F-08AC-D18F-9281-A7F70304C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B6A23-2D56-781A-3B8B-B71E06F2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1A08B-A768-8F00-AF80-607EADDD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66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6C26-7D2E-6587-BB89-FEA97A9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6A353-974D-B4A4-F217-42DD5A1C6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F6D61-814B-A663-155F-D7A64F6AA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FEC32-4AD7-5599-5537-444AC5462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A2916-AE6A-F486-5D47-15A42F8F3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BAA998-E48E-2109-3D25-3C5346BA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B973FC-5782-8E94-6275-D6E33D15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38796E-63F4-BF9F-BD10-DBBB5A80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94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5DB8-5608-875A-F4DE-B842E20CD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691658-1AFB-7856-3401-83FFCC1D9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C7528-CECE-847E-184F-9C5C7F37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B343A-4709-348D-EEC2-7906347E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40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53789A-5C7C-1BAB-59E9-22C70159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F1C68-041A-75D1-E7D4-758ABB86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4BD47-3EDA-4A6C-AF52-E52F4B74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60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61D5-A73E-A134-089B-168A3E70B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38B5C-6677-877D-1AD7-F9B12C460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EB0BA-DBDB-516B-97F3-0BEA174CD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A6704-94D4-6F48-D804-FEDAAF4E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EAC2D-F13B-C16F-D3CF-C9F1B49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D1198-2DCA-F961-A9B2-7E1798C9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77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F0CBF-59B0-DCBA-C8BD-E40E08BC0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A54B75-1373-D91F-EB92-1F3F458C4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B161D-7096-1484-37FC-A73E62306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32C9C-AEC8-F22A-F54D-42DDBEBF6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1A93-0D23-1D3B-C063-86AEDE8CE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0F7B1-B499-FD17-F55B-F99543F0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836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E294-A3EE-56FF-0BF6-64868A9C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D340F-37F6-AEBD-426B-23C737545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3A639-9F0C-D266-34B7-4B04A365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0F88F-A4B0-B5D4-85AC-D88E2032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EA0F7-3C19-D27C-45BA-886AA6F2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57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A67894-AF51-EC40-E01C-065A8B405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3A367-EE36-EA6E-F8E3-6A86BA0BD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0A8F1-D5D2-F9C6-D070-B15590D9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9C486-5E58-2A37-BF42-E02B175F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4EB26-094C-F44A-013E-A01CD046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23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6DE6-D782-E0C1-17F0-6D5C78D22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D8724-8EFB-1FEE-2A44-0A117188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A1BB2-CCD8-076C-C9F9-3828523D9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4C2F4-85BE-4BF2-ABBA-ABEDAF29A61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8CA75-D209-6CF3-8B5A-B765BBF12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B1164-EECB-1E16-E900-9BE949103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C8242-A1CD-4B90-8505-C4FB803BD9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245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BDB77E-6A03-660A-3E8A-62E3051A6583}"/>
              </a:ext>
            </a:extLst>
          </p:cNvPr>
          <p:cNvSpPr txBox="1"/>
          <p:nvPr/>
        </p:nvSpPr>
        <p:spPr>
          <a:xfrm>
            <a:off x="580103" y="838721"/>
            <a:ext cx="7836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1. Show first name, last name, and gender of patients who's gender is 'M'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BFA29-A73B-56F2-A068-00679602F05E}"/>
              </a:ext>
            </a:extLst>
          </p:cNvPr>
          <p:cNvSpPr txBox="1"/>
          <p:nvPr/>
        </p:nvSpPr>
        <p:spPr>
          <a:xfrm>
            <a:off x="688256" y="1780937"/>
            <a:ext cx="71185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first_name,last_name,gender</a:t>
            </a:r>
            <a:endParaRPr lang="en-IN" dirty="0"/>
          </a:p>
          <a:p>
            <a:r>
              <a:rPr lang="en-IN" dirty="0"/>
              <a:t> from patients </a:t>
            </a:r>
          </a:p>
          <a:p>
            <a:r>
              <a:rPr lang="en-IN" dirty="0"/>
              <a:t>where gender   = 'M';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91CAC9-4616-5CCB-EE1F-5D658CBB6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682" y="2042919"/>
            <a:ext cx="2038635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3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E25891-AA4F-10E3-73AC-4B6C722A42F6}"/>
              </a:ext>
            </a:extLst>
          </p:cNvPr>
          <p:cNvSpPr txBox="1"/>
          <p:nvPr/>
        </p:nvSpPr>
        <p:spPr>
          <a:xfrm>
            <a:off x="1032387" y="553585"/>
            <a:ext cx="9055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2. 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Show first name and last name of patients who does not have allergies.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C9BC3-FC34-DF9C-2F6A-5736218F5330}"/>
              </a:ext>
            </a:extLst>
          </p:cNvPr>
          <p:cNvSpPr txBox="1"/>
          <p:nvPr/>
        </p:nvSpPr>
        <p:spPr>
          <a:xfrm>
            <a:off x="1032387" y="1387648"/>
            <a:ext cx="68432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first_name,last_name</a:t>
            </a:r>
            <a:r>
              <a:rPr lang="en-IN" dirty="0"/>
              <a:t> </a:t>
            </a:r>
          </a:p>
          <a:p>
            <a:r>
              <a:rPr lang="en-IN" dirty="0"/>
              <a:t>from patients </a:t>
            </a:r>
          </a:p>
          <a:p>
            <a:r>
              <a:rPr lang="en-IN" dirty="0"/>
              <a:t>where allergies is null;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8E79A3-8BDD-0996-B758-65C82C1A8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04" y="2214393"/>
            <a:ext cx="1914792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25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BCDB12-AF1D-F076-4893-D6B2CF57CC64}"/>
              </a:ext>
            </a:extLst>
          </p:cNvPr>
          <p:cNvSpPr txBox="1"/>
          <p:nvPr/>
        </p:nvSpPr>
        <p:spPr>
          <a:xfrm>
            <a:off x="451446" y="563471"/>
            <a:ext cx="6094324" cy="308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3. Show first name of patients that start with the letter 'C'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6245D-F906-7FBF-F55E-F3B67234BB29}"/>
              </a:ext>
            </a:extLst>
          </p:cNvPr>
          <p:cNvSpPr txBox="1"/>
          <p:nvPr/>
        </p:nvSpPr>
        <p:spPr>
          <a:xfrm>
            <a:off x="451446" y="140816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first_name</a:t>
            </a:r>
            <a:r>
              <a:rPr lang="en-IN" dirty="0"/>
              <a:t> </a:t>
            </a:r>
          </a:p>
          <a:p>
            <a:r>
              <a:rPr lang="en-IN" dirty="0"/>
              <a:t>from patients </a:t>
            </a:r>
          </a:p>
          <a:p>
            <a:r>
              <a:rPr lang="en-IN" dirty="0"/>
              <a:t>where </a:t>
            </a:r>
            <a:r>
              <a:rPr lang="en-IN" dirty="0" err="1"/>
              <a:t>first_name</a:t>
            </a:r>
            <a:r>
              <a:rPr lang="en-IN" dirty="0"/>
              <a:t> like 'C%';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366942-D895-E950-4E00-AD5E0528B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162" y="1612490"/>
            <a:ext cx="2659451" cy="383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4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3CA879-9F43-A06D-C79A-0D2464376080}"/>
              </a:ext>
            </a:extLst>
          </p:cNvPr>
          <p:cNvSpPr txBox="1"/>
          <p:nvPr/>
        </p:nvSpPr>
        <p:spPr>
          <a:xfrm>
            <a:off x="481780" y="487716"/>
            <a:ext cx="8101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4. Show first name and last name of patients that weight within the range of 100 to 120 (inclusive)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0B3EC-EF7C-6B9E-848A-69EE148C7F7F}"/>
              </a:ext>
            </a:extLst>
          </p:cNvPr>
          <p:cNvSpPr txBox="1"/>
          <p:nvPr/>
        </p:nvSpPr>
        <p:spPr>
          <a:xfrm>
            <a:off x="609600" y="160395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first_name,last_name</a:t>
            </a:r>
            <a:endParaRPr lang="en-IN" dirty="0"/>
          </a:p>
          <a:p>
            <a:r>
              <a:rPr lang="en-IN" dirty="0"/>
              <a:t> from patients</a:t>
            </a:r>
          </a:p>
          <a:p>
            <a:r>
              <a:rPr lang="en-IN" dirty="0"/>
              <a:t> where weight between 100 and 120;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7FC744-2242-6444-1567-122BF177D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024" y="2238209"/>
            <a:ext cx="2466627" cy="321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08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91184E-AED6-3534-6D05-9C992937A8D4}"/>
              </a:ext>
            </a:extLst>
          </p:cNvPr>
          <p:cNvSpPr txBox="1"/>
          <p:nvPr/>
        </p:nvSpPr>
        <p:spPr>
          <a:xfrm>
            <a:off x="324464" y="654864"/>
            <a:ext cx="9242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5. Update the patients table for the allergies column. If the patient's allergies is null then replace it with 'NKA'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48569B-BC80-D785-31D1-B4B3B5069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335" y="2973875"/>
            <a:ext cx="4723330" cy="1775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AC9AC1-8CE4-6A41-C937-69369A64AB71}"/>
              </a:ext>
            </a:extLst>
          </p:cNvPr>
          <p:cNvSpPr txBox="1"/>
          <p:nvPr/>
        </p:nvSpPr>
        <p:spPr>
          <a:xfrm>
            <a:off x="412955" y="158353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update patients</a:t>
            </a:r>
          </a:p>
          <a:p>
            <a:r>
              <a:rPr lang="en-IN" dirty="0"/>
              <a:t>set allergies</a:t>
            </a:r>
            <a:r>
              <a:rPr lang="en-IN"/>
              <a:t>='NKA’</a:t>
            </a:r>
          </a:p>
          <a:p>
            <a:r>
              <a:rPr lang="en-IN"/>
              <a:t>where </a:t>
            </a:r>
            <a:r>
              <a:rPr lang="en-IN" dirty="0"/>
              <a:t>allergies is null;</a:t>
            </a:r>
          </a:p>
        </p:txBody>
      </p:sp>
    </p:spTree>
    <p:extLst>
      <p:ext uri="{BB962C8B-B14F-4D97-AF65-F5344CB8AC3E}">
        <p14:creationId xmlns:p14="http://schemas.microsoft.com/office/powerpoint/2010/main" val="366208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E1FBC7-615E-9271-A914-BCED6A36D4B6}"/>
              </a:ext>
            </a:extLst>
          </p:cNvPr>
          <p:cNvSpPr txBox="1"/>
          <p:nvPr/>
        </p:nvSpPr>
        <p:spPr>
          <a:xfrm>
            <a:off x="678426" y="379561"/>
            <a:ext cx="9085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6. Show first name and last name concatenated into one column to show their full name.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C9EE7-9990-2BF7-EFCC-D474B72ECA50}"/>
              </a:ext>
            </a:extLst>
          </p:cNvPr>
          <p:cNvSpPr txBox="1"/>
          <p:nvPr/>
        </p:nvSpPr>
        <p:spPr>
          <a:xfrm>
            <a:off x="806245" y="12303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concat</a:t>
            </a:r>
            <a:r>
              <a:rPr lang="en-IN" dirty="0"/>
              <a:t>(</a:t>
            </a:r>
            <a:r>
              <a:rPr lang="en-IN" dirty="0" err="1"/>
              <a:t>first_name,last_name</a:t>
            </a:r>
            <a:r>
              <a:rPr lang="en-IN" dirty="0"/>
              <a:t>) as </a:t>
            </a:r>
            <a:r>
              <a:rPr lang="en-IN" dirty="0" err="1"/>
              <a:t>full_name</a:t>
            </a:r>
            <a:endParaRPr lang="en-IN" dirty="0"/>
          </a:p>
          <a:p>
            <a:r>
              <a:rPr lang="en-IN" dirty="0"/>
              <a:t>from patients;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4A9F40-8092-CC5C-372C-21182D29C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209" y="2219156"/>
            <a:ext cx="2791439" cy="365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59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85B2BC-6948-33AD-7950-4D8AC2C1BC73}"/>
              </a:ext>
            </a:extLst>
          </p:cNvPr>
          <p:cNvSpPr txBox="1"/>
          <p:nvPr/>
        </p:nvSpPr>
        <p:spPr>
          <a:xfrm>
            <a:off x="815238" y="0"/>
            <a:ext cx="8476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 </a:t>
            </a:r>
            <a:endParaRPr lang="en-IN" sz="1800" dirty="0">
              <a:effectLst/>
              <a:latin typeface="+mn-lt"/>
              <a:ea typeface="Arial" panose="020B0604020202020204" pitchFamily="34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7. Show first name, last name, and the full province name of each patient.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F09672-9421-5142-9DFF-B0CFC33F777C}"/>
              </a:ext>
            </a:extLst>
          </p:cNvPr>
          <p:cNvSpPr txBox="1"/>
          <p:nvPr/>
        </p:nvSpPr>
        <p:spPr>
          <a:xfrm>
            <a:off x="815236" y="1150825"/>
            <a:ext cx="87220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first_name,last_name,province_name</a:t>
            </a:r>
            <a:endParaRPr lang="en-IN" dirty="0"/>
          </a:p>
          <a:p>
            <a:r>
              <a:rPr lang="en-IN" dirty="0"/>
              <a:t>from patients</a:t>
            </a:r>
          </a:p>
          <a:p>
            <a:r>
              <a:rPr lang="en-IN" dirty="0"/>
              <a:t>Join </a:t>
            </a:r>
            <a:r>
              <a:rPr lang="en-IN" dirty="0" err="1"/>
              <a:t>province_names</a:t>
            </a:r>
            <a:r>
              <a:rPr lang="en-IN" dirty="0"/>
              <a:t>  on </a:t>
            </a:r>
            <a:r>
              <a:rPr lang="en-IN" dirty="0" err="1"/>
              <a:t>patients.province_id</a:t>
            </a:r>
            <a:r>
              <a:rPr lang="en-IN" dirty="0"/>
              <a:t>=</a:t>
            </a:r>
            <a:r>
              <a:rPr lang="en-IN" dirty="0" err="1"/>
              <a:t>province_names.province_id</a:t>
            </a:r>
            <a:r>
              <a:rPr lang="en-IN" dirty="0"/>
              <a:t>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EAAC35-8E86-4C16-03B0-8FCE96BC9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892" y="2204866"/>
            <a:ext cx="4071753" cy="386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4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BDB65D2-B101-B586-53F1-E153EA5EBC7B}"/>
              </a:ext>
            </a:extLst>
          </p:cNvPr>
          <p:cNvSpPr txBox="1"/>
          <p:nvPr/>
        </p:nvSpPr>
        <p:spPr>
          <a:xfrm>
            <a:off x="441614" y="415988"/>
            <a:ext cx="7787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8. Show how many patients have a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birth_date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with 2010 as the birth year.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EA99B8-565E-E31C-FF48-232574F82A88}"/>
              </a:ext>
            </a:extLst>
          </p:cNvPr>
          <p:cNvSpPr txBox="1"/>
          <p:nvPr/>
        </p:nvSpPr>
        <p:spPr>
          <a:xfrm>
            <a:off x="540775" y="124016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birth_date</a:t>
            </a:r>
            <a:endParaRPr lang="en-IN" dirty="0"/>
          </a:p>
          <a:p>
            <a:r>
              <a:rPr lang="en-IN" dirty="0"/>
              <a:t> from patients</a:t>
            </a:r>
          </a:p>
          <a:p>
            <a:r>
              <a:rPr lang="en-IN" dirty="0"/>
              <a:t> where year(</a:t>
            </a:r>
            <a:r>
              <a:rPr lang="en-IN" dirty="0" err="1"/>
              <a:t>birth_date</a:t>
            </a:r>
            <a:r>
              <a:rPr lang="en-IN" dirty="0"/>
              <a:t>)=2010;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7A00F1-301A-AD3E-B0B9-358861F17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789" y="2200103"/>
            <a:ext cx="1913050" cy="371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47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048F08-3BB6-8550-9D7B-054AF77477BC}"/>
              </a:ext>
            </a:extLst>
          </p:cNvPr>
          <p:cNvSpPr txBox="1"/>
          <p:nvPr/>
        </p:nvSpPr>
        <p:spPr>
          <a:xfrm>
            <a:off x="294966" y="497548"/>
            <a:ext cx="8721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9. Show the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first_name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last_name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, and height of the patient with the greatest height.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889FB5-8DF1-8D8E-0FAF-05DBCBA9E6AC}"/>
              </a:ext>
            </a:extLst>
          </p:cNvPr>
          <p:cNvSpPr txBox="1"/>
          <p:nvPr/>
        </p:nvSpPr>
        <p:spPr>
          <a:xfrm>
            <a:off x="609600" y="131882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first_name,last_name,height</a:t>
            </a:r>
            <a:r>
              <a:rPr lang="en-IN" dirty="0"/>
              <a:t> </a:t>
            </a:r>
          </a:p>
          <a:p>
            <a:r>
              <a:rPr lang="en-IN" dirty="0"/>
              <a:t>from patients</a:t>
            </a:r>
          </a:p>
          <a:p>
            <a:r>
              <a:rPr lang="en-IN" dirty="0"/>
              <a:t>order by height </a:t>
            </a:r>
            <a:r>
              <a:rPr lang="en-IN" dirty="0" err="1"/>
              <a:t>desc</a:t>
            </a:r>
            <a:endParaRPr lang="en-IN" dirty="0"/>
          </a:p>
          <a:p>
            <a:r>
              <a:rPr lang="en-IN" dirty="0"/>
              <a:t>limit 10;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2A8B14-46FC-F6F1-326B-7855A2D2B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235" y="2533525"/>
            <a:ext cx="2812253" cy="286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14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3AD366-5CA1-4D12-409B-D8D2A966DCA1}"/>
              </a:ext>
            </a:extLst>
          </p:cNvPr>
          <p:cNvSpPr txBox="1"/>
          <p:nvPr/>
        </p:nvSpPr>
        <p:spPr>
          <a:xfrm>
            <a:off x="421950" y="635253"/>
            <a:ext cx="9783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10. Show all columns for patients who have one of the following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patient_ids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: 1,45,534,879,1000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C4191-DE3B-9949-A559-A529CB938C83}"/>
              </a:ext>
            </a:extLst>
          </p:cNvPr>
          <p:cNvSpPr txBox="1"/>
          <p:nvPr/>
        </p:nvSpPr>
        <p:spPr>
          <a:xfrm>
            <a:off x="707922" y="158429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* from patients</a:t>
            </a:r>
          </a:p>
          <a:p>
            <a:r>
              <a:rPr lang="en-IN" dirty="0"/>
              <a:t>where </a:t>
            </a:r>
            <a:r>
              <a:rPr lang="en-IN" dirty="0" err="1"/>
              <a:t>patient_id</a:t>
            </a:r>
            <a:r>
              <a:rPr lang="en-IN" dirty="0"/>
              <a:t> in (1,45,534,879,1000);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657FDE-6A87-BA3F-8F62-2A8DBCFC2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916" y="2795498"/>
            <a:ext cx="7410103" cy="220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90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FA0699-62F0-0AB2-2875-F917D0A4180A}"/>
              </a:ext>
            </a:extLst>
          </p:cNvPr>
          <p:cNvSpPr txBox="1"/>
          <p:nvPr/>
        </p:nvSpPr>
        <p:spPr>
          <a:xfrm>
            <a:off x="530942" y="35526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11.Show the total number of admissions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select  count(*) from admissions;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D325F-952A-9A39-A40F-BAAA3205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341" y="3162262"/>
            <a:ext cx="1869536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7146B8-34F8-8CEF-72E3-EF68D54336B7}"/>
              </a:ext>
            </a:extLst>
          </p:cNvPr>
          <p:cNvSpPr txBox="1"/>
          <p:nvPr/>
        </p:nvSpPr>
        <p:spPr>
          <a:xfrm>
            <a:off x="500608" y="654918"/>
            <a:ext cx="6094324" cy="538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12. 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Show all the columns from admissions where the patient was admitted and discharged on the same day.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0DC21-07A2-B806-AB44-66AEFDAA77AB}"/>
              </a:ext>
            </a:extLst>
          </p:cNvPr>
          <p:cNvSpPr txBox="1"/>
          <p:nvPr/>
        </p:nvSpPr>
        <p:spPr>
          <a:xfrm>
            <a:off x="609600" y="207590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select * from admissions </a:t>
            </a:r>
          </a:p>
          <a:p>
            <a:r>
              <a:rPr lang="en-IN" dirty="0"/>
              <a:t>where </a:t>
            </a:r>
            <a:r>
              <a:rPr lang="en-IN" dirty="0" err="1"/>
              <a:t>admission_date</a:t>
            </a:r>
            <a:r>
              <a:rPr lang="en-IN" dirty="0"/>
              <a:t> =</a:t>
            </a:r>
            <a:r>
              <a:rPr lang="en-IN" dirty="0" err="1"/>
              <a:t>discharge_date</a:t>
            </a:r>
            <a:r>
              <a:rPr lang="en-IN" dirty="0"/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7B1C38-323E-6BB1-8234-FD267CC47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973" y="3186078"/>
            <a:ext cx="924054" cy="94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70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83E84E-E768-2928-1F12-D73F66DD5BA1}"/>
              </a:ext>
            </a:extLst>
          </p:cNvPr>
          <p:cNvSpPr txBox="1"/>
          <p:nvPr/>
        </p:nvSpPr>
        <p:spPr>
          <a:xfrm>
            <a:off x="491613" y="477884"/>
            <a:ext cx="6774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13.Show the total number of admissions for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patient_id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579.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0EB08C-4B79-ADDB-8FD2-A134ED84DE5A}"/>
              </a:ext>
            </a:extLst>
          </p:cNvPr>
          <p:cNvSpPr txBox="1"/>
          <p:nvPr/>
        </p:nvSpPr>
        <p:spPr>
          <a:xfrm>
            <a:off x="491613" y="13393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select count(*) from admissions </a:t>
            </a:r>
          </a:p>
          <a:p>
            <a:r>
              <a:rPr lang="en-IN" dirty="0"/>
              <a:t>where </a:t>
            </a:r>
            <a:r>
              <a:rPr lang="en-IN" dirty="0" err="1"/>
              <a:t>patient_id</a:t>
            </a:r>
            <a:r>
              <a:rPr lang="en-IN" dirty="0"/>
              <a:t> =579;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604932-E689-A404-4365-3577E74E4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10" y="3186078"/>
            <a:ext cx="933580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68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B64F33-8F44-E33E-2E89-709F884324E0}"/>
              </a:ext>
            </a:extLst>
          </p:cNvPr>
          <p:cNvSpPr txBox="1"/>
          <p:nvPr/>
        </p:nvSpPr>
        <p:spPr>
          <a:xfrm>
            <a:off x="580104" y="448387"/>
            <a:ext cx="9556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14. Based on the cities that our patients live in, show unique cities that are in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province_id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'NS'?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0FF88-C338-E1C3-3135-25489AD0755B}"/>
              </a:ext>
            </a:extLst>
          </p:cNvPr>
          <p:cNvSpPr txBox="1"/>
          <p:nvPr/>
        </p:nvSpPr>
        <p:spPr>
          <a:xfrm>
            <a:off x="786580" y="120168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distinct city </a:t>
            </a:r>
          </a:p>
          <a:p>
            <a:r>
              <a:rPr lang="en-IN" dirty="0"/>
              <a:t>from patients</a:t>
            </a:r>
          </a:p>
          <a:p>
            <a:r>
              <a:rPr lang="en-IN" dirty="0"/>
              <a:t> where </a:t>
            </a:r>
            <a:r>
              <a:rPr lang="en-IN" dirty="0" err="1"/>
              <a:t>province_id</a:t>
            </a:r>
            <a:r>
              <a:rPr lang="en-IN" dirty="0"/>
              <a:t>='NS';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FE3963-7A46-BA90-4D21-BE3A09ACA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288" y="2924104"/>
            <a:ext cx="1848525" cy="151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99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C0D3CF-BCF1-5EB9-59CF-8D7F085225D4}"/>
              </a:ext>
            </a:extLst>
          </p:cNvPr>
          <p:cNvSpPr txBox="1"/>
          <p:nvPr/>
        </p:nvSpPr>
        <p:spPr>
          <a:xfrm>
            <a:off x="530105" y="674583"/>
            <a:ext cx="10314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15. Write a query to find the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first_name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, last name and birth date of patients who have height more than 160 and weight more than 70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0856E-EF89-A8A3-12BF-721B8ECF7223}"/>
              </a:ext>
            </a:extLst>
          </p:cNvPr>
          <p:cNvSpPr txBox="1"/>
          <p:nvPr/>
        </p:nvSpPr>
        <p:spPr>
          <a:xfrm>
            <a:off x="688258" y="173177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first_name,last_name,birth_date</a:t>
            </a:r>
            <a:r>
              <a:rPr lang="en-IN" dirty="0"/>
              <a:t> </a:t>
            </a:r>
          </a:p>
          <a:p>
            <a:r>
              <a:rPr lang="en-IN" dirty="0"/>
              <a:t>from patients</a:t>
            </a:r>
          </a:p>
          <a:p>
            <a:r>
              <a:rPr lang="en-IN" dirty="0"/>
              <a:t>where height &gt; 160  </a:t>
            </a:r>
          </a:p>
          <a:p>
            <a:r>
              <a:rPr lang="en-IN" dirty="0"/>
              <a:t>AND weight &gt; 70;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191147-21C8-4CC7-6CA0-E3E17EE51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209" y="2085787"/>
            <a:ext cx="2381582" cy="358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54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7F1274-BF1E-C607-1F52-E09E1D197851}"/>
              </a:ext>
            </a:extLst>
          </p:cNvPr>
          <p:cNvSpPr txBox="1"/>
          <p:nvPr/>
        </p:nvSpPr>
        <p:spPr>
          <a:xfrm>
            <a:off x="678426" y="435598"/>
            <a:ext cx="8013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16. Show unique birth years from patients and order them by ascending.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0ECFF-9517-2EDC-95C1-7341E203978B}"/>
              </a:ext>
            </a:extLst>
          </p:cNvPr>
          <p:cNvSpPr txBox="1"/>
          <p:nvPr/>
        </p:nvSpPr>
        <p:spPr>
          <a:xfrm>
            <a:off x="786581" y="128932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distinct year(</a:t>
            </a:r>
            <a:r>
              <a:rPr lang="en-IN" dirty="0" err="1"/>
              <a:t>birth_date</a:t>
            </a:r>
            <a:r>
              <a:rPr lang="en-IN" dirty="0"/>
              <a:t>) AS </a:t>
            </a:r>
            <a:r>
              <a:rPr lang="en-IN" dirty="0" err="1"/>
              <a:t>birth_year</a:t>
            </a:r>
            <a:endParaRPr lang="en-IN" dirty="0"/>
          </a:p>
          <a:p>
            <a:r>
              <a:rPr lang="en-IN" dirty="0"/>
              <a:t> from patients</a:t>
            </a:r>
          </a:p>
          <a:p>
            <a:r>
              <a:rPr lang="en-IN" dirty="0"/>
              <a:t>order by </a:t>
            </a:r>
            <a:r>
              <a:rPr lang="en-IN" dirty="0" err="1"/>
              <a:t>birth_year</a:t>
            </a:r>
            <a:r>
              <a:rPr lang="en-IN" dirty="0"/>
              <a:t> ASC;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2D86D5-5931-6D09-DA17-12C5D130F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341" y="2181050"/>
            <a:ext cx="1869536" cy="319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8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85BB4B-1C47-F3FE-AC59-4A0335174D9D}"/>
              </a:ext>
            </a:extLst>
          </p:cNvPr>
          <p:cNvSpPr txBox="1"/>
          <p:nvPr/>
        </p:nvSpPr>
        <p:spPr>
          <a:xfrm>
            <a:off x="726750" y="399280"/>
            <a:ext cx="9498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17. Show unique first names from the patients table which only occurs once in the list.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2E28D6-0D97-09E1-037E-E71FCF737CF9}"/>
              </a:ext>
            </a:extLst>
          </p:cNvPr>
          <p:cNvSpPr txBox="1"/>
          <p:nvPr/>
        </p:nvSpPr>
        <p:spPr>
          <a:xfrm>
            <a:off x="963562" y="124016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patient_id,first_name</a:t>
            </a:r>
            <a:endParaRPr lang="en-IN" dirty="0"/>
          </a:p>
          <a:p>
            <a:r>
              <a:rPr lang="en-IN" dirty="0"/>
              <a:t> from patients  </a:t>
            </a:r>
          </a:p>
          <a:p>
            <a:r>
              <a:rPr lang="en-IN" dirty="0"/>
              <a:t>where </a:t>
            </a:r>
            <a:r>
              <a:rPr lang="en-IN" dirty="0" err="1"/>
              <a:t>first_name</a:t>
            </a:r>
            <a:r>
              <a:rPr lang="en-IN" dirty="0"/>
              <a:t> like '</a:t>
            </a:r>
            <a:r>
              <a:rPr lang="en-IN" dirty="0" err="1"/>
              <a:t>s%s</a:t>
            </a:r>
            <a:r>
              <a:rPr lang="en-IN" dirty="0"/>
              <a:t>’   </a:t>
            </a:r>
          </a:p>
          <a:p>
            <a:r>
              <a:rPr lang="en-IN" dirty="0"/>
              <a:t>And length(</a:t>
            </a:r>
            <a:r>
              <a:rPr lang="en-IN" dirty="0" err="1"/>
              <a:t>first_name</a:t>
            </a:r>
            <a:r>
              <a:rPr lang="en-IN" dirty="0"/>
              <a:t>)&gt;=6;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DB3ABF-E193-D090-5BC0-C589DBA35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499" y="2390629"/>
            <a:ext cx="2013604" cy="288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3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F1170B-600F-C2A1-F66F-4FAD3B6E7215}"/>
              </a:ext>
            </a:extLst>
          </p:cNvPr>
          <p:cNvSpPr txBox="1"/>
          <p:nvPr/>
        </p:nvSpPr>
        <p:spPr>
          <a:xfrm>
            <a:off x="707086" y="428776"/>
            <a:ext cx="8112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18. Show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patient_id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and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first_name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from patients where their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first_name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start and ends with 's' and is at least 6 characters long.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B672C-4F4B-09F5-4F67-5CC8A8BC2570}"/>
              </a:ext>
            </a:extLst>
          </p:cNvPr>
          <p:cNvSpPr txBox="1"/>
          <p:nvPr/>
        </p:nvSpPr>
        <p:spPr>
          <a:xfrm>
            <a:off x="776748" y="140731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patient_id,first_name</a:t>
            </a:r>
            <a:r>
              <a:rPr lang="en-IN" dirty="0"/>
              <a:t> </a:t>
            </a:r>
          </a:p>
          <a:p>
            <a:r>
              <a:rPr lang="en-IN" dirty="0"/>
              <a:t>from patients </a:t>
            </a:r>
          </a:p>
          <a:p>
            <a:r>
              <a:rPr lang="en-IN" dirty="0"/>
              <a:t> where </a:t>
            </a:r>
            <a:r>
              <a:rPr lang="en-IN" dirty="0" err="1"/>
              <a:t>first_name</a:t>
            </a:r>
            <a:r>
              <a:rPr lang="en-IN" dirty="0"/>
              <a:t> like '</a:t>
            </a:r>
            <a:r>
              <a:rPr lang="en-IN" dirty="0" err="1"/>
              <a:t>s%s</a:t>
            </a:r>
            <a:r>
              <a:rPr lang="en-IN" dirty="0"/>
              <a:t>’ </a:t>
            </a:r>
          </a:p>
          <a:p>
            <a:r>
              <a:rPr lang="en-IN" dirty="0"/>
              <a:t>  And length(</a:t>
            </a:r>
            <a:r>
              <a:rPr lang="en-IN" dirty="0" err="1"/>
              <a:t>first_name</a:t>
            </a:r>
            <a:r>
              <a:rPr lang="en-IN" dirty="0"/>
              <a:t>)&gt;=6;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2CEF55-5AFB-CE22-105B-661FD7A79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025" y="2352524"/>
            <a:ext cx="2820588" cy="32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38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A65DEB-0946-2C67-15DE-470337A788C8}"/>
              </a:ext>
            </a:extLst>
          </p:cNvPr>
          <p:cNvSpPr txBox="1"/>
          <p:nvPr/>
        </p:nvSpPr>
        <p:spPr>
          <a:xfrm>
            <a:off x="491613" y="330400"/>
            <a:ext cx="10530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19. Show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patient_id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first_name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last_name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from patients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whos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diagnosis is 'Dementia'.   Primary diagnosis is stored in the admissions table.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262DC-492E-DA9B-D604-F294AE9CA151}"/>
              </a:ext>
            </a:extLst>
          </p:cNvPr>
          <p:cNvSpPr txBox="1"/>
          <p:nvPr/>
        </p:nvSpPr>
        <p:spPr>
          <a:xfrm>
            <a:off x="639097" y="155394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p.patient_id,p.first_name,p.last_name</a:t>
            </a:r>
            <a:endParaRPr lang="en-IN" dirty="0"/>
          </a:p>
          <a:p>
            <a:r>
              <a:rPr lang="en-IN" dirty="0"/>
              <a:t> from patients p</a:t>
            </a:r>
          </a:p>
          <a:p>
            <a:r>
              <a:rPr lang="en-IN" dirty="0"/>
              <a:t>join admissions a     ON </a:t>
            </a:r>
            <a:r>
              <a:rPr lang="en-IN" dirty="0" err="1"/>
              <a:t>p.patient_id</a:t>
            </a:r>
            <a:r>
              <a:rPr lang="en-IN" dirty="0"/>
              <a:t>=</a:t>
            </a:r>
            <a:r>
              <a:rPr lang="en-IN" dirty="0" err="1"/>
              <a:t>a.patient_id</a:t>
            </a:r>
            <a:endParaRPr lang="en-IN" dirty="0"/>
          </a:p>
          <a:p>
            <a:r>
              <a:rPr lang="en-IN" dirty="0"/>
              <a:t>where </a:t>
            </a:r>
            <a:r>
              <a:rPr lang="en-IN" dirty="0" err="1"/>
              <a:t>a.diagnosis</a:t>
            </a:r>
            <a:r>
              <a:rPr lang="en-IN" dirty="0"/>
              <a:t>='Dementia';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2198E7-5207-3188-88EC-7716F2F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269" y="2035278"/>
            <a:ext cx="2467319" cy="316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11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E2EB51-AEF7-54E2-35C4-18E03DBFE972}"/>
              </a:ext>
            </a:extLst>
          </p:cNvPr>
          <p:cNvSpPr txBox="1"/>
          <p:nvPr/>
        </p:nvSpPr>
        <p:spPr>
          <a:xfrm>
            <a:off x="609600" y="517212"/>
            <a:ext cx="10736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20. Display every patient's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first_name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. Order the list by the length of each name and then by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alphbetically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B2817-F843-CC60-7D00-CABEB9754671}"/>
              </a:ext>
            </a:extLst>
          </p:cNvPr>
          <p:cNvSpPr txBox="1"/>
          <p:nvPr/>
        </p:nvSpPr>
        <p:spPr>
          <a:xfrm>
            <a:off x="855406" y="129915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first_name</a:t>
            </a:r>
            <a:r>
              <a:rPr lang="en-IN" dirty="0"/>
              <a:t> </a:t>
            </a:r>
          </a:p>
          <a:p>
            <a:r>
              <a:rPr lang="en-IN" dirty="0"/>
              <a:t>from patients</a:t>
            </a:r>
          </a:p>
          <a:p>
            <a:r>
              <a:rPr lang="en-IN" dirty="0"/>
              <a:t>order by length(</a:t>
            </a:r>
            <a:r>
              <a:rPr lang="en-IN" dirty="0" err="1"/>
              <a:t>first_name</a:t>
            </a:r>
            <a:r>
              <a:rPr lang="en-IN" dirty="0"/>
              <a:t>),</a:t>
            </a:r>
            <a:r>
              <a:rPr lang="en-IN" dirty="0" err="1"/>
              <a:t>first_name</a:t>
            </a:r>
            <a:r>
              <a:rPr lang="en-IN" dirty="0"/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748363-6960-1549-DEB5-3E65D627A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341" y="1879043"/>
            <a:ext cx="1381318" cy="36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75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C15B1A-C8A0-2E8B-EC05-79C231709B29}"/>
              </a:ext>
            </a:extLst>
          </p:cNvPr>
          <p:cNvSpPr txBox="1"/>
          <p:nvPr/>
        </p:nvSpPr>
        <p:spPr>
          <a:xfrm>
            <a:off x="963561" y="635200"/>
            <a:ext cx="6096000" cy="538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21. Show the total amount of male patients and the total amount of female patients in the patients table. Display the two results in the same row.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52450-664A-AAA7-2B26-18D675CA5F5B}"/>
              </a:ext>
            </a:extLst>
          </p:cNvPr>
          <p:cNvSpPr txBox="1"/>
          <p:nvPr/>
        </p:nvSpPr>
        <p:spPr>
          <a:xfrm>
            <a:off x="963561" y="200708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sum(gender='M') AS </a:t>
            </a:r>
            <a:r>
              <a:rPr lang="en-IN" dirty="0" err="1"/>
              <a:t>male_patients</a:t>
            </a:r>
            <a:r>
              <a:rPr lang="en-IN" dirty="0"/>
              <a:t>,	   sum(gender='F') AS </a:t>
            </a:r>
            <a:r>
              <a:rPr lang="en-IN" dirty="0" err="1"/>
              <a:t>female_patients</a:t>
            </a:r>
            <a:endParaRPr lang="en-IN" dirty="0"/>
          </a:p>
          <a:p>
            <a:r>
              <a:rPr lang="en-IN" dirty="0"/>
              <a:t>from patients;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2EBA6D-A183-38CD-036A-0ABB22936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025" y="3043183"/>
            <a:ext cx="1971950" cy="114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55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0A6E3E-59EB-05C8-7F31-15A126A29291}"/>
              </a:ext>
            </a:extLst>
          </p:cNvPr>
          <p:cNvSpPr txBox="1"/>
          <p:nvPr/>
        </p:nvSpPr>
        <p:spPr>
          <a:xfrm>
            <a:off x="747250" y="399225"/>
            <a:ext cx="10166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22. Show the total amount of male patients and the total amount of female patients in the patients table. Display the two results in the same row.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47FC7-296C-6ED0-2047-9845B0BDF43A}"/>
              </a:ext>
            </a:extLst>
          </p:cNvPr>
          <p:cNvSpPr txBox="1"/>
          <p:nvPr/>
        </p:nvSpPr>
        <p:spPr>
          <a:xfrm>
            <a:off x="825910" y="152529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sum(gender='M')AS </a:t>
            </a:r>
            <a:r>
              <a:rPr lang="en-IN" dirty="0" err="1"/>
              <a:t>male_patients</a:t>
            </a:r>
            <a:r>
              <a:rPr lang="en-IN" dirty="0"/>
              <a:t>,  sum(gender='F') AS </a:t>
            </a:r>
            <a:r>
              <a:rPr lang="en-IN" dirty="0" err="1"/>
              <a:t>female_patients</a:t>
            </a:r>
            <a:r>
              <a:rPr lang="en-IN" dirty="0"/>
              <a:t> </a:t>
            </a:r>
          </a:p>
          <a:p>
            <a:r>
              <a:rPr lang="en-IN" dirty="0"/>
              <a:t>from patients;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BCBDE9-4A7E-7A71-7650-6A385F64A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051" y="3095578"/>
            <a:ext cx="2133898" cy="131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54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C1BEB3-93AE-5FF5-A6C9-7C87A9B06C4F}"/>
              </a:ext>
            </a:extLst>
          </p:cNvPr>
          <p:cNvSpPr txBox="1"/>
          <p:nvPr/>
        </p:nvSpPr>
        <p:spPr>
          <a:xfrm>
            <a:off x="550607" y="382516"/>
            <a:ext cx="106876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 </a:t>
            </a:r>
            <a:endParaRPr lang="en-IN" sz="1800" dirty="0">
              <a:effectLst/>
              <a:latin typeface="+mn-lt"/>
              <a:ea typeface="Arial" panose="020B0604020202020204" pitchFamily="34" charset="0"/>
            </a:endParaRPr>
          </a:p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23. Show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patient_id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, diagnosis from admissions. Find patients admitted multiple times for the same diagnosis.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FD260-63D6-4FCD-5E63-A5F98CF10ECA}"/>
              </a:ext>
            </a:extLst>
          </p:cNvPr>
          <p:cNvSpPr txBox="1"/>
          <p:nvPr/>
        </p:nvSpPr>
        <p:spPr>
          <a:xfrm>
            <a:off x="550607" y="156462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patient_id</a:t>
            </a:r>
            <a:r>
              <a:rPr lang="en-IN" dirty="0"/>
              <a:t>, diagnosis</a:t>
            </a:r>
          </a:p>
          <a:p>
            <a:r>
              <a:rPr lang="en-IN" dirty="0"/>
              <a:t> from </a:t>
            </a:r>
            <a:r>
              <a:rPr lang="en-IN" dirty="0" err="1"/>
              <a:t>admissionsgroup</a:t>
            </a:r>
            <a:r>
              <a:rPr lang="en-IN" dirty="0"/>
              <a:t> by </a:t>
            </a:r>
            <a:r>
              <a:rPr lang="en-IN" dirty="0" err="1"/>
              <a:t>patient_id</a:t>
            </a:r>
            <a:r>
              <a:rPr lang="en-IN" dirty="0"/>
              <a:t>, diagnosis</a:t>
            </a:r>
          </a:p>
          <a:p>
            <a:r>
              <a:rPr lang="en-IN" dirty="0"/>
              <a:t>Having count(*) &gt; 1 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7C11E4-D18C-1A77-4A8D-CD6741216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077" y="2181051"/>
            <a:ext cx="2688541" cy="338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00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22E63B-8ECE-3AE3-CFED-B3D314A50856}"/>
              </a:ext>
            </a:extLst>
          </p:cNvPr>
          <p:cNvSpPr txBox="1"/>
          <p:nvPr/>
        </p:nvSpPr>
        <p:spPr>
          <a:xfrm>
            <a:off x="539936" y="340286"/>
            <a:ext cx="9144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24. Show the city and the total number of patients in the city. Order from most to least patients and then by city name ascending.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91D395-6904-650A-008C-C37095E37A88}"/>
              </a:ext>
            </a:extLst>
          </p:cNvPr>
          <p:cNvSpPr txBox="1"/>
          <p:nvPr/>
        </p:nvSpPr>
        <p:spPr>
          <a:xfrm>
            <a:off x="688258" y="139748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city , count(*) AS </a:t>
            </a:r>
            <a:r>
              <a:rPr lang="en-IN" dirty="0" err="1"/>
              <a:t>total_patients</a:t>
            </a:r>
            <a:endParaRPr lang="en-IN" dirty="0"/>
          </a:p>
          <a:p>
            <a:r>
              <a:rPr lang="en-IN" dirty="0"/>
              <a:t> from patients</a:t>
            </a:r>
          </a:p>
          <a:p>
            <a:r>
              <a:rPr lang="en-IN" dirty="0"/>
              <a:t>group by city</a:t>
            </a:r>
          </a:p>
          <a:p>
            <a:r>
              <a:rPr lang="en-IN" dirty="0"/>
              <a:t>order by </a:t>
            </a:r>
            <a:r>
              <a:rPr lang="en-IN" dirty="0" err="1"/>
              <a:t>total_patients</a:t>
            </a:r>
            <a:r>
              <a:rPr lang="en-IN" dirty="0"/>
              <a:t> </a:t>
            </a:r>
            <a:r>
              <a:rPr lang="en-IN" dirty="0" err="1"/>
              <a:t>ASC,city</a:t>
            </a:r>
            <a:r>
              <a:rPr lang="en-IN" dirty="0"/>
              <a:t> ASC;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4F7326-7560-D611-172C-D1D4D7FE3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998" y="2200103"/>
            <a:ext cx="2655144" cy="317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27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355A8D-9EEF-221B-40B4-CF5241566041}"/>
              </a:ext>
            </a:extLst>
          </p:cNvPr>
          <p:cNvSpPr txBox="1"/>
          <p:nvPr/>
        </p:nvSpPr>
        <p:spPr>
          <a:xfrm>
            <a:off x="717754" y="556542"/>
            <a:ext cx="10314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25. Show first name, last name and role of every person that is either patient or doctor.    The roles are either "Patient" or "Doctor"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C7986-CE21-245F-A2CA-680AE922119F}"/>
              </a:ext>
            </a:extLst>
          </p:cNvPr>
          <p:cNvSpPr txBox="1"/>
          <p:nvPr/>
        </p:nvSpPr>
        <p:spPr>
          <a:xfrm>
            <a:off x="835742" y="148512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first_name,last_name,'patients</a:t>
            </a:r>
            <a:r>
              <a:rPr lang="en-IN" dirty="0"/>
              <a:t>' AS role from patients</a:t>
            </a:r>
          </a:p>
          <a:p>
            <a:r>
              <a:rPr lang="en-IN" dirty="0"/>
              <a:t>UNION ALL</a:t>
            </a:r>
          </a:p>
          <a:p>
            <a:r>
              <a:rPr lang="en-IN" dirty="0"/>
              <a:t>select </a:t>
            </a:r>
            <a:r>
              <a:rPr lang="en-IN" dirty="0" err="1"/>
              <a:t>first_name,last_name,'doctor</a:t>
            </a:r>
            <a:r>
              <a:rPr lang="en-IN" dirty="0"/>
              <a:t>' AS role from doctors;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77ECA3-97E4-7DFD-E078-69DC370AC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561" y="1946787"/>
            <a:ext cx="2613367" cy="354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88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B1CA9A-C6CE-EABB-0C63-1F9B1296F412}"/>
              </a:ext>
            </a:extLst>
          </p:cNvPr>
          <p:cNvSpPr txBox="1"/>
          <p:nvPr/>
        </p:nvSpPr>
        <p:spPr>
          <a:xfrm>
            <a:off x="707922" y="455263"/>
            <a:ext cx="8298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26. Show all allergies ordered by popularity. Remove NULL values from query.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F8ADF-CF4E-BDDF-1523-5698792BCBA6}"/>
              </a:ext>
            </a:extLst>
          </p:cNvPr>
          <p:cNvSpPr txBox="1"/>
          <p:nvPr/>
        </p:nvSpPr>
        <p:spPr>
          <a:xfrm>
            <a:off x="707922" y="117133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allergies, count(*) AS total </a:t>
            </a:r>
          </a:p>
          <a:p>
            <a:r>
              <a:rPr lang="en-IN" dirty="0"/>
              <a:t>from patients</a:t>
            </a:r>
          </a:p>
          <a:p>
            <a:r>
              <a:rPr lang="en-IN" dirty="0"/>
              <a:t>where allergies is not null</a:t>
            </a:r>
          </a:p>
          <a:p>
            <a:r>
              <a:rPr lang="en-IN" dirty="0"/>
              <a:t>group by </a:t>
            </a:r>
            <a:r>
              <a:rPr lang="en-IN" dirty="0" err="1"/>
              <a:t>allergiesorder</a:t>
            </a:r>
            <a:r>
              <a:rPr lang="en-IN" dirty="0"/>
              <a:t> by total DESC;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4C015B-820A-D9AE-B463-AF952AEAC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262" y="2142945"/>
            <a:ext cx="2310292" cy="319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36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C86E56-4E52-4DBC-FFCC-DC76B08709E8}"/>
              </a:ext>
            </a:extLst>
          </p:cNvPr>
          <p:cNvSpPr txBox="1"/>
          <p:nvPr/>
        </p:nvSpPr>
        <p:spPr>
          <a:xfrm>
            <a:off x="471112" y="468105"/>
            <a:ext cx="10747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27. Show all patient's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first_name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last_name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, and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birth_date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who were born in the 1970s decade. Sort the list starting from the earliest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birth_date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70D14-662B-54E7-6F64-2B32A765CBBB}"/>
              </a:ext>
            </a:extLst>
          </p:cNvPr>
          <p:cNvSpPr txBox="1"/>
          <p:nvPr/>
        </p:nvSpPr>
        <p:spPr>
          <a:xfrm>
            <a:off x="324464" y="163260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first_name,last_name,birth_date</a:t>
            </a:r>
            <a:endParaRPr lang="en-IN" dirty="0"/>
          </a:p>
          <a:p>
            <a:r>
              <a:rPr lang="en-IN" dirty="0"/>
              <a:t> from patients</a:t>
            </a:r>
          </a:p>
          <a:p>
            <a:r>
              <a:rPr lang="en-IN" dirty="0"/>
              <a:t>where </a:t>
            </a:r>
            <a:r>
              <a:rPr lang="en-IN" dirty="0" err="1"/>
              <a:t>birth_date</a:t>
            </a:r>
            <a:r>
              <a:rPr lang="en-IN" dirty="0"/>
              <a:t> &gt;= '1970-01-01’ </a:t>
            </a:r>
          </a:p>
          <a:p>
            <a:r>
              <a:rPr lang="en-IN" dirty="0"/>
              <a:t> AND </a:t>
            </a:r>
            <a:r>
              <a:rPr lang="en-IN" dirty="0" err="1"/>
              <a:t>birth_date</a:t>
            </a:r>
            <a:r>
              <a:rPr lang="en-IN" dirty="0"/>
              <a:t> &lt; '1980-01-01’  </a:t>
            </a:r>
          </a:p>
          <a:p>
            <a:r>
              <a:rPr lang="en-IN" dirty="0"/>
              <a:t>order by </a:t>
            </a:r>
            <a:r>
              <a:rPr lang="en-IN" dirty="0" err="1"/>
              <a:t>birth_date</a:t>
            </a:r>
            <a:r>
              <a:rPr lang="en-IN" dirty="0"/>
              <a:t> ASC;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AA2DA5-42C8-110E-A5B5-BEF19682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024" y="2147708"/>
            <a:ext cx="3068621" cy="346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49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4F189A-76FD-2A88-0648-DBE1273E73A9}"/>
              </a:ext>
            </a:extLst>
          </p:cNvPr>
          <p:cNvSpPr txBox="1"/>
          <p:nvPr/>
        </p:nvSpPr>
        <p:spPr>
          <a:xfrm>
            <a:off x="550605" y="621447"/>
            <a:ext cx="86425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28. We want to display each patient's full name in a single column. Their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last_name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in all upper letters must appear first, then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first_name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in all lower case letters. Separate the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last_name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and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first_name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with a comma. Order the list by the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first_name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in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decending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order    EX: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SMITH,jane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41101-E9D6-AFE4-BCE4-4FD48DF6BDEE}"/>
              </a:ext>
            </a:extLst>
          </p:cNvPr>
          <p:cNvSpPr txBox="1"/>
          <p:nvPr/>
        </p:nvSpPr>
        <p:spPr>
          <a:xfrm>
            <a:off x="678425" y="230204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concat</a:t>
            </a:r>
            <a:r>
              <a:rPr lang="en-IN" dirty="0"/>
              <a:t>(upper(</a:t>
            </a:r>
            <a:r>
              <a:rPr lang="en-IN" dirty="0" err="1"/>
              <a:t>last_name</a:t>
            </a:r>
            <a:r>
              <a:rPr lang="en-IN" dirty="0"/>
              <a:t>),',',lower(</a:t>
            </a:r>
            <a:r>
              <a:rPr lang="en-IN" dirty="0" err="1"/>
              <a:t>first_name</a:t>
            </a:r>
            <a:r>
              <a:rPr lang="en-IN" dirty="0"/>
              <a:t>)) AS </a:t>
            </a:r>
            <a:r>
              <a:rPr lang="en-IN" dirty="0" err="1"/>
              <a:t>full_name</a:t>
            </a:r>
            <a:endParaRPr lang="en-IN" dirty="0"/>
          </a:p>
          <a:p>
            <a:r>
              <a:rPr lang="en-IN" dirty="0"/>
              <a:t> from patients</a:t>
            </a:r>
          </a:p>
          <a:p>
            <a:r>
              <a:rPr lang="en-IN" dirty="0"/>
              <a:t>order by </a:t>
            </a:r>
            <a:r>
              <a:rPr lang="en-IN" dirty="0" err="1"/>
              <a:t>first_name</a:t>
            </a:r>
            <a:r>
              <a:rPr lang="en-IN" dirty="0"/>
              <a:t> DESC;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7F1EB2-75B7-140F-B58A-29C9B7669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444" y="1976284"/>
            <a:ext cx="2517059" cy="34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025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D157A4-AB25-7591-5C1B-80F70585DABF}"/>
              </a:ext>
            </a:extLst>
          </p:cNvPr>
          <p:cNvSpPr txBox="1"/>
          <p:nvPr/>
        </p:nvSpPr>
        <p:spPr>
          <a:xfrm>
            <a:off x="521108" y="350064"/>
            <a:ext cx="9625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29. Show the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province_id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(s), sum of height; where the total sum of its patient's height is greater than or equal to 7,000.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B99432-29C3-0CF1-FD84-A33B8EF18076}"/>
              </a:ext>
            </a:extLst>
          </p:cNvPr>
          <p:cNvSpPr txBox="1"/>
          <p:nvPr/>
        </p:nvSpPr>
        <p:spPr>
          <a:xfrm>
            <a:off x="521108" y="125982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</a:t>
            </a:r>
            <a:r>
              <a:rPr lang="en-IN" dirty="0" err="1"/>
              <a:t>province_id,sum</a:t>
            </a:r>
            <a:r>
              <a:rPr lang="en-IN" dirty="0"/>
              <a:t>(height) AS </a:t>
            </a:r>
            <a:r>
              <a:rPr lang="en-IN" dirty="0" err="1"/>
              <a:t>total_height</a:t>
            </a:r>
            <a:endParaRPr lang="en-IN" dirty="0"/>
          </a:p>
          <a:p>
            <a:r>
              <a:rPr lang="en-IN" dirty="0"/>
              <a:t> from patients </a:t>
            </a:r>
          </a:p>
          <a:p>
            <a:r>
              <a:rPr lang="en-IN" dirty="0"/>
              <a:t>group by </a:t>
            </a:r>
            <a:r>
              <a:rPr lang="en-IN" dirty="0" err="1"/>
              <a:t>province_id</a:t>
            </a:r>
            <a:r>
              <a:rPr lang="en-IN" dirty="0"/>
              <a:t> </a:t>
            </a:r>
          </a:p>
          <a:p>
            <a:r>
              <a:rPr lang="en-IN" dirty="0"/>
              <a:t>having sum(height) &gt;=7000;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2BAA73-026B-3B8C-ED90-D53E9BA93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735" y="3028893"/>
            <a:ext cx="1979471" cy="152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81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2EEFF9-7041-A30B-298E-118F5A050729}"/>
              </a:ext>
            </a:extLst>
          </p:cNvPr>
          <p:cNvSpPr txBox="1"/>
          <p:nvPr/>
        </p:nvSpPr>
        <p:spPr>
          <a:xfrm>
            <a:off x="481781" y="350064"/>
            <a:ext cx="6096000" cy="538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30. Show the difference between the largest weight and smallest weight for patients with the last name 'Maroni'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F7EFF5-7AA0-8E24-D464-210F6CE9AC77}"/>
              </a:ext>
            </a:extLst>
          </p:cNvPr>
          <p:cNvSpPr txBox="1"/>
          <p:nvPr/>
        </p:nvSpPr>
        <p:spPr>
          <a:xfrm>
            <a:off x="373626" y="18006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max(weight)-min(weight) AS </a:t>
            </a:r>
            <a:r>
              <a:rPr lang="en-IN" dirty="0" err="1"/>
              <a:t>weight_difference</a:t>
            </a:r>
            <a:r>
              <a:rPr lang="en-IN" dirty="0"/>
              <a:t> </a:t>
            </a:r>
          </a:p>
          <a:p>
            <a:r>
              <a:rPr lang="en-IN" dirty="0"/>
              <a:t>from patients</a:t>
            </a:r>
          </a:p>
          <a:p>
            <a:r>
              <a:rPr lang="en-IN" dirty="0"/>
              <a:t>where </a:t>
            </a:r>
            <a:r>
              <a:rPr lang="en-IN" dirty="0" err="1"/>
              <a:t>last_name</a:t>
            </a:r>
            <a:r>
              <a:rPr lang="en-IN" dirty="0"/>
              <a:t>='Maroni';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2BBBCE-00C1-0F49-E329-37E6ACF07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499" y="3152736"/>
            <a:ext cx="1833036" cy="9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38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56CD37-9F86-1359-DF1A-DBD80AB26E4D}"/>
              </a:ext>
            </a:extLst>
          </p:cNvPr>
          <p:cNvSpPr txBox="1"/>
          <p:nvPr/>
        </p:nvSpPr>
        <p:spPr>
          <a:xfrm>
            <a:off x="530941" y="409058"/>
            <a:ext cx="10599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31. Show all of the days of the month (1-31) and how many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admission_dates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 occurred on that day. Sort by the day with most admissions to least admissions.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EDF24-0BB4-5056-939D-5499DCB610D0}"/>
              </a:ext>
            </a:extLst>
          </p:cNvPr>
          <p:cNvSpPr txBox="1"/>
          <p:nvPr/>
        </p:nvSpPr>
        <p:spPr>
          <a:xfrm>
            <a:off x="530940" y="1327806"/>
            <a:ext cx="76396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 day (</a:t>
            </a:r>
            <a:r>
              <a:rPr lang="en-IN" dirty="0" err="1"/>
              <a:t>admission_date</a:t>
            </a:r>
            <a:r>
              <a:rPr lang="en-IN" dirty="0"/>
              <a:t>) as </a:t>
            </a:r>
            <a:r>
              <a:rPr lang="en-IN" dirty="0" err="1"/>
              <a:t>day,count</a:t>
            </a:r>
            <a:r>
              <a:rPr lang="en-IN" dirty="0"/>
              <a:t>(*) as </a:t>
            </a:r>
            <a:r>
              <a:rPr lang="en-IN" dirty="0" err="1"/>
              <a:t>total_admissions</a:t>
            </a:r>
            <a:endParaRPr lang="en-IN" dirty="0"/>
          </a:p>
          <a:p>
            <a:r>
              <a:rPr lang="en-IN" dirty="0"/>
              <a:t>from admissions</a:t>
            </a:r>
          </a:p>
          <a:p>
            <a:r>
              <a:rPr lang="en-IN" dirty="0"/>
              <a:t>Group by day(</a:t>
            </a:r>
            <a:r>
              <a:rPr lang="en-IN" dirty="0" err="1"/>
              <a:t>admission_date</a:t>
            </a:r>
            <a:r>
              <a:rPr lang="en-IN" dirty="0"/>
              <a:t>)</a:t>
            </a:r>
          </a:p>
          <a:p>
            <a:r>
              <a:rPr lang="en-IN" dirty="0"/>
              <a:t>order by </a:t>
            </a:r>
            <a:r>
              <a:rPr lang="en-IN" dirty="0" err="1"/>
              <a:t>total_admissions</a:t>
            </a:r>
            <a:r>
              <a:rPr lang="en-IN" dirty="0"/>
              <a:t> </a:t>
            </a:r>
            <a:r>
              <a:rPr lang="en-IN" dirty="0" err="1"/>
              <a:t>desc</a:t>
            </a:r>
            <a:r>
              <a:rPr lang="en-IN" dirty="0"/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F80CCB-BC25-45A8-CEA2-B22886204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840" y="2204866"/>
            <a:ext cx="2722134" cy="286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38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A97F39-7B90-97CA-F1A2-304CA80531A1}"/>
              </a:ext>
            </a:extLst>
          </p:cNvPr>
          <p:cNvSpPr txBox="1"/>
          <p:nvPr/>
        </p:nvSpPr>
        <p:spPr>
          <a:xfrm>
            <a:off x="491612" y="424801"/>
            <a:ext cx="111792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32. Show all of the patients grouped into weight groups. Show the total amount of patients in each weight group. Order the list by the weight group </a:t>
            </a:r>
            <a:r>
              <a:rPr lang="en-US" sz="1800" dirty="0" err="1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decending</a:t>
            </a:r>
            <a:r>
              <a:rPr lang="en-US" sz="1800" dirty="0">
                <a:effectLst/>
                <a:latin typeface="+mn-lt"/>
                <a:ea typeface="Book Antiqua" panose="02040602050305030304" pitchFamily="18" charset="0"/>
                <a:cs typeface="Book Antiqua" panose="02040602050305030304" pitchFamily="18" charset="0"/>
              </a:rPr>
              <a:t>. e.g. if they weight 100 to 109 they are placed in the 100 weight group, 110-119 = 110 weight group, etc.</a:t>
            </a:r>
            <a:endParaRPr lang="en-IN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7A8F2-1347-EA0D-4F5A-341EC820E689}"/>
              </a:ext>
            </a:extLst>
          </p:cNvPr>
          <p:cNvSpPr txBox="1"/>
          <p:nvPr/>
        </p:nvSpPr>
        <p:spPr>
          <a:xfrm>
            <a:off x="658762" y="19374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floor(weight/10)* 10 as </a:t>
            </a:r>
            <a:r>
              <a:rPr lang="en-IN" dirty="0" err="1"/>
              <a:t>weight_group,count</a:t>
            </a:r>
            <a:r>
              <a:rPr lang="en-IN" dirty="0"/>
              <a:t>(*) as </a:t>
            </a:r>
            <a:r>
              <a:rPr lang="en-IN" dirty="0" err="1"/>
              <a:t>totalfrom</a:t>
            </a:r>
            <a:r>
              <a:rPr lang="en-IN" dirty="0"/>
              <a:t> </a:t>
            </a:r>
            <a:r>
              <a:rPr lang="en-IN" dirty="0" err="1"/>
              <a:t>patientsgroup</a:t>
            </a:r>
            <a:r>
              <a:rPr lang="en-IN" dirty="0"/>
              <a:t> by </a:t>
            </a:r>
            <a:r>
              <a:rPr lang="en-IN" dirty="0" err="1"/>
              <a:t>weight_grouporder</a:t>
            </a:r>
            <a:r>
              <a:rPr lang="en-IN" dirty="0"/>
              <a:t> by </a:t>
            </a:r>
            <a:r>
              <a:rPr lang="en-IN" dirty="0" err="1"/>
              <a:t>weight_group</a:t>
            </a:r>
            <a:r>
              <a:rPr lang="en-IN" dirty="0"/>
              <a:t>  </a:t>
            </a:r>
            <a:r>
              <a:rPr lang="en-IN" dirty="0" err="1"/>
              <a:t>desc</a:t>
            </a:r>
            <a:r>
              <a:rPr lang="en-IN" dirty="0"/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822478-7612-7CEA-DB34-BBE92C555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336" y="2183009"/>
            <a:ext cx="1467055" cy="318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37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F9F0AD-7D2C-445A-219E-D27007F7E481}"/>
              </a:ext>
            </a:extLst>
          </p:cNvPr>
          <p:cNvSpPr txBox="1"/>
          <p:nvPr/>
        </p:nvSpPr>
        <p:spPr>
          <a:xfrm>
            <a:off x="403123" y="550210"/>
            <a:ext cx="1066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33. Show </a:t>
            </a:r>
            <a:r>
              <a:rPr lang="en-IN" dirty="0" err="1"/>
              <a:t>patient_id</a:t>
            </a:r>
            <a:r>
              <a:rPr lang="en-IN" dirty="0"/>
              <a:t>, weight, height, </a:t>
            </a:r>
            <a:r>
              <a:rPr lang="en-IN" dirty="0" err="1"/>
              <a:t>isObese</a:t>
            </a:r>
            <a:r>
              <a:rPr lang="en-IN" dirty="0"/>
              <a:t> from the patients table. Display </a:t>
            </a:r>
            <a:r>
              <a:rPr lang="en-IN" dirty="0" err="1"/>
              <a:t>isObese</a:t>
            </a:r>
            <a:r>
              <a:rPr lang="en-IN" dirty="0"/>
              <a:t> as a </a:t>
            </a:r>
            <a:r>
              <a:rPr lang="en-IN" dirty="0" err="1"/>
              <a:t>boolean</a:t>
            </a:r>
            <a:r>
              <a:rPr lang="en-IN" dirty="0"/>
              <a:t> 0 or 1. Obese is defined as weight(kg)/(height(m). Weight is in units kg. Height is in units cm.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A4CDF-7CDE-DB75-AFC7-28D836FF2071}"/>
              </a:ext>
            </a:extLst>
          </p:cNvPr>
          <p:cNvSpPr txBox="1"/>
          <p:nvPr/>
        </p:nvSpPr>
        <p:spPr>
          <a:xfrm>
            <a:off x="265471" y="1376516"/>
            <a:ext cx="7686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</a:t>
            </a:r>
            <a:r>
              <a:rPr lang="en-GB" dirty="0" err="1"/>
              <a:t>patient_id,weight,height</a:t>
            </a:r>
            <a:r>
              <a:rPr lang="en-GB" dirty="0"/>
              <a:t>,  </a:t>
            </a:r>
          </a:p>
          <a:p>
            <a:r>
              <a:rPr lang="en-GB" dirty="0"/>
              <a:t>case when weight / power(height/100.0,2)&gt;=30 then 1 else 0 end as </a:t>
            </a:r>
            <a:r>
              <a:rPr lang="en-GB" dirty="0" err="1"/>
              <a:t>isObese</a:t>
            </a:r>
            <a:endParaRPr lang="en-GB" dirty="0"/>
          </a:p>
          <a:p>
            <a:r>
              <a:rPr lang="en-GB" dirty="0"/>
              <a:t> from patients;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F74408-4210-CC14-E867-E1559BB73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393" y="2728814"/>
            <a:ext cx="2429214" cy="236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87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371B-CCDA-3CC7-914C-779D056E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96969-6248-F3A2-8D44-2DE2C7054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820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1600</Words>
  <Application>Microsoft Office PowerPoint</Application>
  <PresentationFormat>Widescreen</PresentationFormat>
  <Paragraphs>137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supraja092005@outlook.com</dc:creator>
  <cp:lastModifiedBy>supraja092005@outlook.com</cp:lastModifiedBy>
  <cp:revision>1</cp:revision>
  <dcterms:created xsi:type="dcterms:W3CDTF">2026-10-01T09:28:43Z</dcterms:created>
  <dcterms:modified xsi:type="dcterms:W3CDTF">2026-10-15T09:11:16Z</dcterms:modified>
</cp:coreProperties>
</file>